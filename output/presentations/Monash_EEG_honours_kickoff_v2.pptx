
<file path=[Content_Types].xml><?xml version="1.0" encoding="utf-8"?>
<Types xmlns="http://schemas.openxmlformats.org/package/2006/content-types">
  <Default Extension="xml" ContentType="application/vnd.openxmlformats-package.core-properties+xml"/>
  <Default Extension="dat" ContentType="application/x-fontdata"/>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49fea5f9a904f4c" /><Relationship Type="http://schemas.openxmlformats.org/officeDocument/2006/relationships/extended-properties" Target="/docProps/app.xml" Id="Raf8d3badd9d741cc" /><Relationship Type="http://schemas.openxmlformats.org/officeDocument/2006/relationships/officeDocument" Target="/ppt/presentation.xml" Id="Rcae28e4ae2b14a28" /></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018a616e8c414426"/>
  </p:sldMasterIdLst>
  <p:notesMasterIdLst>
    <p:notesMasterId xmlns:r="http://schemas.openxmlformats.org/officeDocument/2006/relationships" r:id="R31f585b08f664f55"/>
  </p:notesMasterIdLst>
  <p:sldIdLst>
    <p:sldId xmlns:r="http://schemas.openxmlformats.org/officeDocument/2006/relationships" id="256" r:id="Rcecfc8c0366b48ae"/>
    <p:sldId xmlns:r="http://schemas.openxmlformats.org/officeDocument/2006/relationships" id="257" r:id="R4eeabed0be2249e4"/>
    <p:sldId xmlns:r="http://schemas.openxmlformats.org/officeDocument/2006/relationships" id="258" r:id="R55985e7c52f04907"/>
    <p:sldId xmlns:r="http://schemas.openxmlformats.org/officeDocument/2006/relationships" id="259" r:id="Rf2050553bea945ec"/>
    <p:sldId xmlns:r="http://schemas.openxmlformats.org/officeDocument/2006/relationships" id="260" r:id="R9fa52aaa303542ee"/>
    <p:sldId xmlns:r="http://schemas.openxmlformats.org/officeDocument/2006/relationships" id="261" r:id="R074e25760e8d4c6f"/>
    <p:sldId xmlns:r="http://schemas.openxmlformats.org/officeDocument/2006/relationships" id="262" r:id="Rda929fd861f64287"/>
    <p:sldId xmlns:r="http://schemas.openxmlformats.org/officeDocument/2006/relationships" id="263" r:id="R777b8cf32ddf4f7f"/>
    <p:sldId xmlns:r="http://schemas.openxmlformats.org/officeDocument/2006/relationships" id="264" r:id="Rfb6b01f1eac141a1"/>
    <p:sldId xmlns:r="http://schemas.openxmlformats.org/officeDocument/2006/relationships" id="265" r:id="Rd5f215d544f744ce"/>
    <p:sldId xmlns:r="http://schemas.openxmlformats.org/officeDocument/2006/relationships" id="266" r:id="Rbe6ae0300d6a4648"/>
    <p:sldId xmlns:r="http://schemas.openxmlformats.org/officeDocument/2006/relationships" id="267" r:id="R97f52af3f898497c"/>
  </p:sldIdLst>
  <p:sldSz cx="12192000" cy="6858000"/>
  <p:notesSz cx="6858000" cy="9144000"/>
  <p:embeddedFontLst>
    <p:embeddedFont>
      <p:font typeface="Inter"/>
      <p:regular xmlns:r="http://schemas.openxmlformats.org/officeDocument/2006/relationships" r:id="R1a7d0cf4a4a64cfd"/>
      <p:bold xmlns:r="http://schemas.openxmlformats.org/officeDocument/2006/relationships" r:id="Rdd4a552c1800421a"/>
    </p:embeddedFont>
    <p:embeddedFont>
      <p:font typeface="Inter Medium"/>
      <p:regular xmlns:r="http://schemas.openxmlformats.org/officeDocument/2006/relationships" r:id="R902710ab33f84e9e"/>
    </p:embeddedFont>
    <p:embeddedFont>
      <p:font typeface="Inter SemiBold"/>
      <p:regular xmlns:r="http://schemas.openxmlformats.org/officeDocument/2006/relationships" r:id="Rb5a785091af4428c"/>
      <p:bold xmlns:r="http://schemas.openxmlformats.org/officeDocument/2006/relationships" r:id="Ra6763430915c496f"/>
    </p:embeddedFont>
    <p:embeddedFont>
      <p:font typeface="OpenAI Sans"/>
      <p:regular xmlns:r="http://schemas.openxmlformats.org/officeDocument/2006/relationships" r:id="Re72d2f4ad05d4449"/>
      <p:bold xmlns:r="http://schemas.openxmlformats.org/officeDocument/2006/relationships" r:id="R160cb6252b464371"/>
      <p:italic xmlns:r="http://schemas.openxmlformats.org/officeDocument/2006/relationships" r:id="R2adaa008f25f434e"/>
      <p:boldItalic xmlns:r="http://schemas.openxmlformats.org/officeDocument/2006/relationships" r:id="R788b14c04d6740a2"/>
    </p:embeddedFont>
  </p:embeddedFontLst>
  <p:defaultTextStyle>
    <a:defPPr xmlns:a="http://schemas.openxmlformats.org/drawingml/2006/main">
      <a:buNone/>
    </a:defPPr>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3aa0475bdb6c42cf" /><Relationship Type="http://schemas.openxmlformats.org/officeDocument/2006/relationships/slideMaster" Target="/ppt/slideMasters/slideMaster1.xml" Id="R018a616e8c414426" /><Relationship Type="http://schemas.openxmlformats.org/officeDocument/2006/relationships/notesMaster" Target="/ppt/notesMasters/notesMaster1.xml" Id="R31f585b08f664f55" /><Relationship Type="http://schemas.openxmlformats.org/officeDocument/2006/relationships/presProps" Target="/ppt/presProps.xml" Id="R8d6904eb65a64c05" /><Relationship Type="http://schemas.openxmlformats.org/officeDocument/2006/relationships/viewProps" Target="/ppt/viewProps.xml" Id="Rcf2eba53537543f2" /><Relationship Type="http://schemas.openxmlformats.org/officeDocument/2006/relationships/tableStyles" Target="/ppt/tableStyles.xml" Id="R151f608a2ba348a5" /><Relationship Type="http://schemas.openxmlformats.org/officeDocument/2006/relationships/font" Target="/ppt/fonts/font.dat" Id="R1a7d0cf4a4a64cfd" /><Relationship Type="http://schemas.openxmlformats.org/officeDocument/2006/relationships/font" Target="/ppt/fonts/font2.dat" Id="Rdd4a552c1800421a" /><Relationship Type="http://schemas.openxmlformats.org/officeDocument/2006/relationships/font" Target="/ppt/fonts/font3.dat" Id="R902710ab33f84e9e" /><Relationship Type="http://schemas.openxmlformats.org/officeDocument/2006/relationships/font" Target="/ppt/fonts/font4.dat" Id="Rb5a785091af4428c" /><Relationship Type="http://schemas.openxmlformats.org/officeDocument/2006/relationships/font" Target="/ppt/fonts/font5.dat" Id="Ra6763430915c496f" /><Relationship Type="http://schemas.openxmlformats.org/officeDocument/2006/relationships/font" Target="/ppt/fonts/font6.dat" Id="Re72d2f4ad05d4449" /><Relationship Type="http://schemas.openxmlformats.org/officeDocument/2006/relationships/font" Target="/ppt/fonts/font7.dat" Id="R160cb6252b464371" /><Relationship Type="http://schemas.openxmlformats.org/officeDocument/2006/relationships/font" Target="/ppt/fonts/font8.dat" Id="R2adaa008f25f434e" /><Relationship Type="http://schemas.openxmlformats.org/officeDocument/2006/relationships/font" Target="/ppt/fonts/font9.dat" Id="R788b14c04d6740a2" /><Relationship Type="http://schemas.openxmlformats.org/officeDocument/2006/relationships/slide" Target="/ppt/slides/slide1.xml" Id="Rcecfc8c0366b48ae" /><Relationship Type="http://schemas.openxmlformats.org/officeDocument/2006/relationships/slide" Target="/ppt/slides/slide2.xml" Id="R4eeabed0be2249e4" /><Relationship Type="http://schemas.openxmlformats.org/officeDocument/2006/relationships/slide" Target="/ppt/slides/slide3.xml" Id="R55985e7c52f04907" /><Relationship Type="http://schemas.openxmlformats.org/officeDocument/2006/relationships/slide" Target="/ppt/slides/slide4.xml" Id="Rf2050553bea945ec" /><Relationship Type="http://schemas.openxmlformats.org/officeDocument/2006/relationships/slide" Target="/ppt/slides/slide5.xml" Id="R9fa52aaa303542ee" /><Relationship Type="http://schemas.openxmlformats.org/officeDocument/2006/relationships/slide" Target="/ppt/slides/slide6.xml" Id="R074e25760e8d4c6f" /><Relationship Type="http://schemas.openxmlformats.org/officeDocument/2006/relationships/slide" Target="/ppt/slides/slide7.xml" Id="Rda929fd861f64287" /><Relationship Type="http://schemas.openxmlformats.org/officeDocument/2006/relationships/slide" Target="/ppt/slides/slide8.xml" Id="R777b8cf32ddf4f7f" /><Relationship Type="http://schemas.openxmlformats.org/officeDocument/2006/relationships/slide" Target="/ppt/slides/slide9.xml" Id="Rfb6b01f1eac141a1" /><Relationship Type="http://schemas.openxmlformats.org/officeDocument/2006/relationships/slide" Target="/ppt/slides/slide10.xml" Id="Rd5f215d544f744ce" /><Relationship Type="http://schemas.openxmlformats.org/officeDocument/2006/relationships/slide" Target="/ppt/slides/slide11.xml" Id="Rbe6ae0300d6a4648" /><Relationship Type="http://schemas.openxmlformats.org/officeDocument/2006/relationships/slide" Target="/ppt/slides/slide12.xml" Id="R97f52af3f898497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1c069b1e3814d4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dk1" tx1="lt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Default Codex Theme">
  <a:themeElements>
    <a:clrScheme name="Codex Colors">
      <a:dk1>
        <a:srgbClr val="000000"/>
      </a:dk1>
      <a:lt1>
        <a:srgbClr val="FFFFFF"/>
      </a:lt1>
      <a:dk2>
        <a:srgbClr val="00264F"/>
      </a:dk2>
      <a:lt2>
        <a:srgbClr val="D0EDFA"/>
      </a:lt2>
      <a:accent1>
        <a:srgbClr val="6DCBF4"/>
      </a:accent1>
      <a:accent2>
        <a:srgbClr val="3D8DFF"/>
      </a:accent2>
      <a:accent3>
        <a:srgbClr val="47E2C2"/>
      </a:accent3>
      <a:accent4>
        <a:srgbClr val="85DF7B"/>
      </a:accent4>
      <a:accent5>
        <a:srgbClr val="F7CB59"/>
      </a:accent5>
      <a:accent6>
        <a:srgbClr val="F67576"/>
      </a:accent6>
      <a:hlink>
        <a:srgbClr val="000000"/>
      </a:hlink>
      <a:folHlink>
        <a:srgbClr val="0097A7"/>
      </a:folHlink>
    </a:clrScheme>
    <a:fontScheme name="Inter">
      <a:majorFont>
        <a:latin typeface="Inter"/>
        <a:ea typeface=""/>
        <a:cs typeface=""/>
      </a:majorFont>
      <a:minorFont>
        <a:latin typeface="Inter"/>
        <a:ea typeface=""/>
        <a:cs typeface=""/>
      </a:minorFont>
    </a:fontScheme>
    <a:fmtScheme name="Codex Colors">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50c24ea05a94994" /><Relationship Type="http://schemas.openxmlformats.org/officeDocument/2006/relationships/notesMaster" Target="/ppt/notesMasters/notesMaster1.xml" Id="Raf970753951749cd" /></Relationships>
</file>

<file path=ppt/notesSlides/_rels/notesSlide2.xml.rels>&#65279;<?xml version="1.0" encoding="utf-8"?><Relationships xmlns="http://schemas.openxmlformats.org/package/2006/relationships"><Relationship Type="http://schemas.openxmlformats.org/officeDocument/2006/relationships/slide" Target="/ppt/slides/slide2.xml" Id="R42b01cfffd6a4557" /><Relationship Type="http://schemas.openxmlformats.org/officeDocument/2006/relationships/notesMaster" Target="/ppt/notesMasters/notesMaster1.xml" Id="Rb8f182c54b3a4925" /></Relationships>
</file>

<file path=ppt/notesSlides/_rels/notesSlide3.xml.rels>&#65279;<?xml version="1.0" encoding="utf-8"?><Relationships xmlns="http://schemas.openxmlformats.org/package/2006/relationships"><Relationship Type="http://schemas.openxmlformats.org/officeDocument/2006/relationships/slide" Target="/ppt/slides/slide3.xml" Id="R732008a825614aee" /><Relationship Type="http://schemas.openxmlformats.org/officeDocument/2006/relationships/notesMaster" Target="/ppt/notesMasters/notesMaster1.xml" Id="R23785d5c748c4e11" /></Relationships>
</file>

<file path=ppt/notesSlides/_rels/notesSlide4.xml.rels>&#65279;<?xml version="1.0" encoding="utf-8"?><Relationships xmlns="http://schemas.openxmlformats.org/package/2006/relationships"><Relationship Type="http://schemas.openxmlformats.org/officeDocument/2006/relationships/slide" Target="/ppt/slides/slide4.xml" Id="R475c2643c6e84c14" /><Relationship Type="http://schemas.openxmlformats.org/officeDocument/2006/relationships/notesMaster" Target="/ppt/notesMasters/notesMaster1.xml" Id="R237cafb0c09141b8" /></Relationships>
</file>

<file path=ppt/notesSlides/_rels/notesSlide5.xml.rels>&#65279;<?xml version="1.0" encoding="utf-8"?><Relationships xmlns="http://schemas.openxmlformats.org/package/2006/relationships"><Relationship Type="http://schemas.openxmlformats.org/officeDocument/2006/relationships/slide" Target="/ppt/slides/slide5.xml" Id="Rd93871bddbbc4970" /><Relationship Type="http://schemas.openxmlformats.org/officeDocument/2006/relationships/notesMaster" Target="/ppt/notesMasters/notesMaster1.xml" Id="R821bcd75848c4190" /></Relationships>
</file>

<file path=ppt/notesSlides/_rels/notesSlide6.xml.rels>&#65279;<?xml version="1.0" encoding="utf-8"?><Relationships xmlns="http://schemas.openxmlformats.org/package/2006/relationships"><Relationship Type="http://schemas.openxmlformats.org/officeDocument/2006/relationships/slide" Target="/ppt/slides/slide6.xml" Id="R9be4ab4d3e63401c" /><Relationship Type="http://schemas.openxmlformats.org/officeDocument/2006/relationships/notesMaster" Target="/ppt/notesMasters/notesMaster1.xml" Id="R040bfeb9bf4f411f" /></Relationships>
</file>

<file path=ppt/notesSlides/_rels/notesSlide7.xml.rels>&#65279;<?xml version="1.0" encoding="utf-8"?><Relationships xmlns="http://schemas.openxmlformats.org/package/2006/relationships"><Relationship Type="http://schemas.openxmlformats.org/officeDocument/2006/relationships/slide" Target="/ppt/slides/slide7.xml" Id="R6282bfade9b34272" /><Relationship Type="http://schemas.openxmlformats.org/officeDocument/2006/relationships/notesMaster" Target="/ppt/notesMasters/notesMaster1.xml" Id="Rc2966c61482045b2" /></Relationships>
</file>

<file path=ppt/notesSlides/_rels/notesSlide8.xml.rels>&#65279;<?xml version="1.0" encoding="utf-8"?><Relationships xmlns="http://schemas.openxmlformats.org/package/2006/relationships"><Relationship Type="http://schemas.openxmlformats.org/officeDocument/2006/relationships/slide" Target="/ppt/slides/slide8.xml" Id="R3b98634334f34dfb" /><Relationship Type="http://schemas.openxmlformats.org/officeDocument/2006/relationships/notesMaster" Target="/ppt/notesMasters/notesMaster1.xml" Id="Rb26fe0313ea746f9" /></Relationships>
</file>

<file path=ppt/notesSlides/_rels/notesSlide9.xml.rels>&#65279;<?xml version="1.0" encoding="utf-8"?><Relationships xmlns="http://schemas.openxmlformats.org/package/2006/relationships"><Relationship Type="http://schemas.openxmlformats.org/officeDocument/2006/relationships/slide" Target="/ppt/slides/slide9.xml" Id="R1dbec3a78f40413f" /><Relationship Type="http://schemas.openxmlformats.org/officeDocument/2006/relationships/notesMaster" Target="/ppt/notesMasters/notesMaster1.xml" Id="R951393cba5fa45ca"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9b39afa5eda3430e" /><Relationship Type="http://schemas.openxmlformats.org/officeDocument/2006/relationships/notesMaster" Target="/ppt/notesMasters/notesMaster1.xml" Id="Rce1210e6cd55482e"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342c1e8fe4bd48b6" /><Relationship Type="http://schemas.openxmlformats.org/officeDocument/2006/relationships/notesMaster" Target="/ppt/notesMasters/notesMaster1.xml" Id="Re63c41b7c1884e4f"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22aa12d7c886494b" /><Relationship Type="http://schemas.openxmlformats.org/officeDocument/2006/relationships/notesMaster" Target="/ppt/notesMasters/notesMaster1.xml" Id="Rcd9230709ad843c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Audience: an introductory computer science honours student and potential supervisor/team. This proposal replaces the earlier PhD-programme framing. The project is successful when the student can reproduce, explain and evaluate a controlled study. A transformer improvement is a hypothesis, not a promised deliverable. No new experiments were run for this kickoff.</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Role labels are proposed responsibilities. No named supervisor or team member has agreed to participate. Confirm honours course requirements, available time and supervision before treating this as an assessment plan.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Recommended starter: the public Zhang and Wamsley 2019 subset in the Monash-associated DREAM collection. Labels are participant reports (0=no experience, 2=experience), not dream content or a definitive test of consciousness. First audit sleep-stage availability and label balance within stages. The diagram describes a proposed offline classification study, not a completed model or clinical device. If BOLD prediction is essential, the existing ds006040 compact feature cache is a faster continuity alternative, subject to reuse checks. Sources: https://figshare.com/articles/dataset/Zhang_Wamsley_2019_Final/22226692 ; https://api.figshare.com/v2/articles/22226692 ; https://pmc.ncbi.nlm.nih.gov/articles/PMC12350935/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The proposed pooling change is a bounded teaching experiment, not a claimed novel architecture or physiological explanation. Use identical window features, a tiny encoder and a shared evaluation. It is optional until ingestion, label balance and the baseline work. Include a stage-only control or a stage-matched analysis where the labels support it. If categories do not vary within stage/participant sufficiently, report the confounding limit rather than interpreting classification as an experience-specific marker. Original analysis to reproduce in part: https://zenodo.org/records/15234846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Checked 26 October 2026. A read-only M3 squeue check succeeded and showed no current jobs for this account; this is not a new student's entitlement or unrestricted allocation. No jobs were submitted. M3 is not certified for sensitive data; establish classification and an approved platform before a controlled clinical extension. MAVERIC is a conditional specialised route, not required for the starter. Some MBI details were available only in indexed official text, not a live booking check. Sources: https://docs.erc.monash.edu/Compute/HPC/M3/ ; https://docs.erc.monash.edu/Compute/HPC/M3/GettingStarted/CreateM3Project/ ; https://docs.erc.monash.edu/Compute/HPC/M3/TermsOfUse/ ; https://docs.erc.monash.edu/Training/DropInSessions/ ; https://www.monash.edu/researchinfrastructure/mbi/facilities/human/eeg ; https://www.monash.edu/researchinfrastructure/mbi/forms-and-policies ; https://www.supervisorconnect.it.monash.edu/index.php/projects/research/learning-massive-amounts-eeg-data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DREAM counts are catalogue counts, not a completed raw-recording QC audit. The selected public package separately declares CC BY 4.0. Other DREAM packages can have different access conditions. EEG-only recordings have no measured BOLD target. Sleep-EDF has 197 recordings overall, not 197 people; the cassette cohort has 78 participant IDs across 153 recordings. ds006040 snapshot 1.0.2 is CC0. Sources: https://figshare.com/articles/dataset/Zhang_Wamsley_2019_Final/22226692 ; https://api.figshare.com/v2/articles/22226692 ; https://bridges.monash.edu/articles/dataset/The_DREAM_database/22133105/9 ; https://physionet.org/content/sleep-edfx/1.0.0/sleep-cassette/ ; https://mne.tools/stable/auto_tutorials/clinical/60_sleep.html ; https://openneuro.org/datasets/ds006040/versions/1.0.2 . Existing ds006040/VU tests were already explored; reusing them is an educational development benchmark, not fresh confirmation.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Suggested integration contract: dataset_id, participant_id, run_id, time_s, fold, split, target_name, y_true, y_pred, model_id and seed in the prediction table. Use immutable split/config manifests, shared metric code and small synthetic fixtures. Never infer independent sample size from overlapping windows. The optional team size is a planning suggestion, not an approved Monash programme.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 proposed first 12-week phase, not a statement of Monash honours duration or official deadlines. Confirm the unit calendar and expected thesis scope with the supervisor. The baseline and demo are the minimum deliverable. If access is delayed, use the public EEG fallback by week 2. If model training fails, report the baseline, diagnosed failure and a working demo.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Three study configurations plus majority and stage-only controls. The 24 GPU-hour cap is a proposed ceiling, not an entitlement or runtime estimate. Profile one validation-only fit before setting the actual cap. A possible tiny encoder has width 32, one layer, two heads and channel-averaged band features per time bin; confirm window duration from the recordings, then record the true parameter count. Compare mean pooling with learned time-bin weighting while keeping the encoder and inputs fixed. The subset is small, so overfitting is plausible and a transformer loss is informative. Evaluate with participant-grouped folds; define label support and undefined metrics, keep model selection in inner validation, and bootstrap people rather than windows. A new split does not erase any earlier test exposure. Attention or pooling weights do not prove mechanism. EEG-only metrics differ from the optional BOLD route, which requires r, raw predictive R2, error in target units and person-level comparisons.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Indicative overlapping work packages for the first 12 weeks. Match bar spans and exact deadlines to the actual course timetable at kickoff. Gate 1: usable data and a justified split. Gate 2: reproducible baseline. Gate 3: a fixed small comparison within compute cap. Gate 4: demo and honest report. A transformer gain is not a completion criterion.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The calendar is illustrative, not booked meetings or a claim that the full pipeline fits into four weeks. Teach-back questions: what is the report label, what is a participant/window, what does spectral power measure, how does regularisation work, how do attention and pooling differ, why might sleep stage explain the result, and which data choose settings? For BOLD extensions add haemodynamic timing and r versus predictive R2. AI can draft code, checks and captions. The student should trace a score to its source rows, make a small unaided code change and explain failures. Document AI assistance and follow the unit's actual assessment policy.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First decisions: confirm supervisor and official course requirements; choose DREAM starter or existing paired-cache continuity route; confirm data reuse/ethics route and compute limits; agree the baseline/demo deliverables; identify a domain adviser and whether extra students add useful capacity. Candidate student applications are a sleep-EEG model-comparison viewer or a research BOLD-prediction replay. Report-label classification does not decode dreams. Independent endpoints and clinical validation would be needed for patient-facing use. Keep new recording and patient-data projects optional. Read the source-linked opportunity brief and the reusable AI working prompt in reports/honours_kickoff/.</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ad22e1d44a04c31"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5403c9f50e3a49fe"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0e125f5775014a4d"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97e850f676704cc7"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9558879429594f6a"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635290e29e0c4012"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8231699e80e44f57"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35820e3ee64e41bd" /></Relationships>
</file>

<file path=ppt/slideLayouts/slideLayout1.xml><?xml version="1.0" encoding="utf-8"?>
<p:sldLayout xmlns:p="http://schemas.openxmlformats.org/presentationml/2006/main" preserve="1" userDrawn="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83004A5-B645-655E-5362-4217D55892E1}"/>
              </a:ext>
            </a:extLst>
          </p:cNvPr>
          <p:cNvSpPr>
            <a:spLocks xmlns:a="http://schemas.openxmlformats.org/drawingml/2006/main" noGrp="1"/>
          </p:cNvSpPr>
          <p:nvPr>
            <p:ph type="ctrTitle" idx="0"/>
          </p:nvPr>
        </p:nvSpPr>
        <p:spPr>
          <a:xfrm xmlns:a="http://schemas.openxmlformats.org/drawingml/2006/main">
            <a:off x="393700" y="1041400"/>
            <a:ext cx="7493000" cy="2491490"/>
          </a:xfrm>
        </p:spPr>
        <p:txBody>
          <a:bodyPr xmlns:a="http://schemas.openxmlformats.org/drawingml/2006/main" anchor="b"/>
          <a:lstStyle xmlns:a="http://schemas.openxmlformats.org/drawingml/2006/main">
            <a:lvl1pPr algn="l">
              <a:buNone/>
              <a:defRPr sz="6000"/>
            </a:lvl1pPr>
          </a:lstStyle>
          <a:p xmlns:a="http://schemas.openxmlformats.org/drawingml/2006/main">
            <a:r>
              <a:t>Click to edit Master title style</a:t>
            </a:r>
          </a:p>
        </p:txBody>
      </p:sp>
      <p:sp>
        <p:nvSpPr>
          <p:cNvPr id="3" name="Subtitle 2">
            <a:extLst xmlns:a="http://schemas.openxmlformats.org/drawingml/2006/main">
              <a:ext uri="{FF2B5EF4-FFF2-40B4-BE49-F238E27FC236}">
                <a16:creationId xmlns:a16="http://schemas.microsoft.com/office/drawing/2014/main" id="{C57031B1-59B2-C235-9FDD-8050418A5FD8}"/>
              </a:ext>
            </a:extLst>
          </p:cNvPr>
          <p:cNvSpPr>
            <a:spLocks xmlns:a="http://schemas.openxmlformats.org/drawingml/2006/main" noGrp="1"/>
          </p:cNvSpPr>
          <p:nvPr>
            <p:ph type="subTitle" idx="1"/>
          </p:nvPr>
        </p:nvSpPr>
        <p:spPr>
          <a:xfrm xmlns:a="http://schemas.openxmlformats.org/drawingml/2006/main">
            <a:off x="393700" y="4356100"/>
            <a:ext cx="5537200" cy="1638300"/>
          </a:xfrm>
        </p:spPr>
        <p:txBody>
          <a:bodyPr xmlns:a="http://schemas.openxmlformats.org/drawingml/2006/main"/>
          <a:lstStyle xmlns:a="http://schemas.openxmlformats.org/drawingml/2006/main">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xmlns:a="http://schemas.openxmlformats.org/drawingml/2006/main">
            <a:r>
              <a:t>Click to edit Master subtitle style</a:t>
            </a:r>
          </a:p>
        </p:txBody>
      </p:sp>
    </p:spTree>
  </p:cSld>
</p:sldLayout>
</file>

<file path=ppt/slideLayouts/slideLayout2.xml><?xml version="1.0" encoding="utf-8"?>
<p:sldLayout xmlns:p="http://schemas.openxmlformats.org/presentationml/2006/main" preserve="1" userDrawn="1">
  <p:cSld name="Title and Content">
    <p:spTree>
      <p:nvGrpSpPr>
        <p:cNvPr id="1" name=""/>
        <p:cNvGrpSpPr/>
        <p:nvPr/>
      </p:nvGrpSpPr>
      <p:grpSpPr>
        <a:xfrm xmlns:a="http://schemas.openxmlformats.org/drawingml/2006/main"/>
      </p:grpSpPr>
      <p:sp>
        <p:nvSpPr>
          <p:cNvPr id="8" name="Text Placeholder 2">
            <a:extLst xmlns:a="http://schemas.openxmlformats.org/drawingml/2006/main">
              <a:ext uri="{FF2B5EF4-FFF2-40B4-BE49-F238E27FC236}">
                <a16:creationId xmlns:a16="http://schemas.microsoft.com/office/drawing/2014/main" id="{5E851FDE-9E0B-568C-1CBA-E72B86CC06ED}"/>
              </a:ext>
            </a:extLst>
          </p:cNvPr>
          <p:cNvSpPr>
            <a:spLocks xmlns:a="http://schemas.openxmlformats.org/drawingml/2006/main" noGrp="1"/>
          </p:cNvSpPr>
          <p:nvPr>
            <p:ph idx="1"/>
          </p:nvPr>
        </p:nvSpPr>
        <p:spPr>
          <a:xfrm xmlns:a="http://schemas.openxmlformats.org/drawingml/2006/main">
            <a:off x="393700" y="2032000"/>
            <a:ext cx="114046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9" name="Footer Placeholder 4">
            <a:extLst xmlns:a="http://schemas.openxmlformats.org/drawingml/2006/main">
              <a:ext uri="{FF2B5EF4-FFF2-40B4-BE49-F238E27FC236}">
                <a16:creationId xmlns:a16="http://schemas.microsoft.com/office/drawing/2014/main" id="{29CCD18F-3BF6-A3EE-DAAE-66BD406D7E8D}"/>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10" name="Slide Number Placeholder 5">
            <a:extLst xmlns:a="http://schemas.openxmlformats.org/drawingml/2006/main">
              <a:ext uri="{FF2B5EF4-FFF2-40B4-BE49-F238E27FC236}">
                <a16:creationId xmlns:a16="http://schemas.microsoft.com/office/drawing/2014/main" id="{5186992D-ADA6-5A23-EBD5-6BEF0A2E61BA}"/>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2" name="Title Placeholder 1">
            <a:extLst xmlns:a="http://schemas.openxmlformats.org/drawingml/2006/main">
              <a:ext uri="{FF2B5EF4-FFF2-40B4-BE49-F238E27FC236}">
                <a16:creationId xmlns:a16="http://schemas.microsoft.com/office/drawing/2014/main" id="{CDBB333F-FFCF-AA9E-7AC0-64DB02353FBC}"/>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3.xml><?xml version="1.0" encoding="utf-8"?>
<p:sldLayout xmlns:p="http://schemas.openxmlformats.org/presentationml/2006/main" preserve="1" userDrawn="1">
  <p:cSld name="Two Content">
    <p:spTree>
      <p:nvGrpSpPr>
        <p:cNvPr id="1" name=""/>
        <p:cNvGrpSpPr/>
        <p:nvPr/>
      </p:nvGrpSpPr>
      <p:grpSpPr>
        <a:xfrm xmlns:a="http://schemas.openxmlformats.org/drawingml/2006/main"/>
      </p:grpSpPr>
      <p:sp>
        <p:nvSpPr>
          <p:cNvPr id="9" name="Text Placeholder 2">
            <a:extLst xmlns:a="http://schemas.openxmlformats.org/drawingml/2006/main">
              <a:ext uri="{FF2B5EF4-FFF2-40B4-BE49-F238E27FC236}">
                <a16:creationId xmlns:a16="http://schemas.microsoft.com/office/drawing/2014/main" id="{4DCC3060-FADA-4310-30F9-24EC34B5AA87}"/>
              </a:ext>
            </a:extLst>
          </p:cNvPr>
          <p:cNvSpPr>
            <a:spLocks xmlns:a="http://schemas.openxmlformats.org/drawingml/2006/main" noGrp="1"/>
          </p:cNvSpPr>
          <p:nvPr>
            <p:ph idx="1"/>
          </p:nvPr>
        </p:nvSpPr>
        <p:spPr>
          <a:xfrm xmlns:a="http://schemas.openxmlformats.org/drawingml/2006/main">
            <a:off x="393700" y="2032000"/>
            <a:ext cx="55372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0" name="Footer Placeholder 4">
            <a:extLst xmlns:a="http://schemas.openxmlformats.org/drawingml/2006/main">
              <a:ext uri="{FF2B5EF4-FFF2-40B4-BE49-F238E27FC236}">
                <a16:creationId xmlns:a16="http://schemas.microsoft.com/office/drawing/2014/main" id="{19E7B047-08E6-29C1-F101-C084D555AACC}"/>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11" name="Slide Number Placeholder 5">
            <a:extLst xmlns:a="http://schemas.openxmlformats.org/drawingml/2006/main">
              <a:ext uri="{FF2B5EF4-FFF2-40B4-BE49-F238E27FC236}">
                <a16:creationId xmlns:a16="http://schemas.microsoft.com/office/drawing/2014/main" id="{3DE564C6-8AA0-935D-A919-07AFA15B335B}"/>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12" name="Text Placeholder 2">
            <a:extLst xmlns:a="http://schemas.openxmlformats.org/drawingml/2006/main">
              <a:ext uri="{FF2B5EF4-FFF2-40B4-BE49-F238E27FC236}">
                <a16:creationId xmlns:a16="http://schemas.microsoft.com/office/drawing/2014/main" id="{4ABE46D3-8F05-1C7F-3EC7-20BFCC76C251}"/>
              </a:ext>
            </a:extLst>
          </p:cNvPr>
          <p:cNvSpPr>
            <a:spLocks xmlns:a="http://schemas.openxmlformats.org/drawingml/2006/main" noGrp="1"/>
          </p:cNvSpPr>
          <p:nvPr>
            <p:ph idx="10"/>
          </p:nvPr>
        </p:nvSpPr>
        <p:spPr>
          <a:xfrm xmlns:a="http://schemas.openxmlformats.org/drawingml/2006/main">
            <a:off x="6256618" y="2032000"/>
            <a:ext cx="55372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2" name="Title Placeholder 1">
            <a:extLst xmlns:a="http://schemas.openxmlformats.org/drawingml/2006/main">
              <a:ext uri="{FF2B5EF4-FFF2-40B4-BE49-F238E27FC236}">
                <a16:creationId xmlns:a16="http://schemas.microsoft.com/office/drawing/2014/main" id="{739D2C21-36BF-25E7-8E97-1D17F313F7AF}"/>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4.xml><?xml version="1.0" encoding="utf-8"?>
<p:sldLayout xmlns:p="http://schemas.openxmlformats.org/presentationml/2006/main" preserve="1" userDrawn="1">
  <p:cSld name="Three Content">
    <p:spTree>
      <p:nvGrpSpPr>
        <p:cNvPr id="1" name=""/>
        <p:cNvGrpSpPr/>
        <p:nvPr/>
      </p:nvGrpSpPr>
      <p:grpSpPr>
        <a:xfrm xmlns:a="http://schemas.openxmlformats.org/drawingml/2006/main"/>
      </p:grpSpPr>
      <p:sp>
        <p:nvSpPr>
          <p:cNvPr id="11" name="Text Placeholder 2">
            <a:extLst xmlns:a="http://schemas.openxmlformats.org/drawingml/2006/main">
              <a:ext uri="{FF2B5EF4-FFF2-40B4-BE49-F238E27FC236}">
                <a16:creationId xmlns:a16="http://schemas.microsoft.com/office/drawing/2014/main" id="{6F7D12C6-B3BC-2F80-A661-00CC228193B5}"/>
              </a:ext>
            </a:extLst>
          </p:cNvPr>
          <p:cNvSpPr>
            <a:spLocks xmlns:a="http://schemas.openxmlformats.org/drawingml/2006/main" noGrp="1"/>
          </p:cNvSpPr>
          <p:nvPr>
            <p:ph idx="1"/>
          </p:nvPr>
        </p:nvSpPr>
        <p:spPr>
          <a:xfrm xmlns:a="http://schemas.openxmlformats.org/drawingml/2006/main">
            <a:off x="393700" y="2032000"/>
            <a:ext cx="35687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2" name="Footer Placeholder 4">
            <a:extLst xmlns:a="http://schemas.openxmlformats.org/drawingml/2006/main">
              <a:ext uri="{FF2B5EF4-FFF2-40B4-BE49-F238E27FC236}">
                <a16:creationId xmlns:a16="http://schemas.microsoft.com/office/drawing/2014/main" id="{0682803B-B799-370F-B1B9-EB49CCB10A11}"/>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13" name="Slide Number Placeholder 5">
            <a:extLst xmlns:a="http://schemas.openxmlformats.org/drawingml/2006/main">
              <a:ext uri="{FF2B5EF4-FFF2-40B4-BE49-F238E27FC236}">
                <a16:creationId xmlns:a16="http://schemas.microsoft.com/office/drawing/2014/main" id="{AFE26095-B1FD-5C7C-C8D6-78ABF739DCBA}"/>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14" name="Text Placeholder 2">
            <a:extLst xmlns:a="http://schemas.openxmlformats.org/drawingml/2006/main">
              <a:ext uri="{FF2B5EF4-FFF2-40B4-BE49-F238E27FC236}">
                <a16:creationId xmlns:a16="http://schemas.microsoft.com/office/drawing/2014/main" id="{80E090C5-E6C8-92F2-E8C2-A840B8F1807D}"/>
              </a:ext>
            </a:extLst>
          </p:cNvPr>
          <p:cNvSpPr>
            <a:spLocks xmlns:a="http://schemas.openxmlformats.org/drawingml/2006/main" noGrp="1"/>
          </p:cNvSpPr>
          <p:nvPr>
            <p:ph idx="10"/>
          </p:nvPr>
        </p:nvSpPr>
        <p:spPr>
          <a:xfrm xmlns:a="http://schemas.openxmlformats.org/drawingml/2006/main">
            <a:off x="4318000" y="2032000"/>
            <a:ext cx="35687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5" name="Text Placeholder 2">
            <a:extLst xmlns:a="http://schemas.openxmlformats.org/drawingml/2006/main">
              <a:ext uri="{FF2B5EF4-FFF2-40B4-BE49-F238E27FC236}">
                <a16:creationId xmlns:a16="http://schemas.microsoft.com/office/drawing/2014/main" id="{0C6D2D15-AEC2-9F99-316F-C37AF863965D}"/>
              </a:ext>
            </a:extLst>
          </p:cNvPr>
          <p:cNvSpPr>
            <a:spLocks xmlns:a="http://schemas.openxmlformats.org/drawingml/2006/main" noGrp="1"/>
          </p:cNvSpPr>
          <p:nvPr>
            <p:ph idx="11"/>
          </p:nvPr>
        </p:nvSpPr>
        <p:spPr>
          <a:xfrm xmlns:a="http://schemas.openxmlformats.org/drawingml/2006/main">
            <a:off x="8232273" y="2032000"/>
            <a:ext cx="35687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2" name="Title Placeholder 1">
            <a:extLst xmlns:a="http://schemas.openxmlformats.org/drawingml/2006/main">
              <a:ext uri="{FF2B5EF4-FFF2-40B4-BE49-F238E27FC236}">
                <a16:creationId xmlns:a16="http://schemas.microsoft.com/office/drawing/2014/main" id="{EC59174D-4FF5-0FD8-FE78-F71A39E187AE}"/>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5.xml><?xml version="1.0" encoding="utf-8"?>
<p:sldLayout xmlns:p="http://schemas.openxmlformats.org/presentationml/2006/main" preserve="1" userDrawn="1">
  <p:cSld name="Four Content">
    <p:spTree>
      <p:nvGrpSpPr>
        <p:cNvPr id="1" name=""/>
        <p:cNvGrpSpPr/>
        <p:nvPr/>
      </p:nvGrpSpPr>
      <p:grpSpPr>
        <a:xfrm xmlns:a="http://schemas.openxmlformats.org/drawingml/2006/main"/>
      </p:grpSpPr>
      <p:sp>
        <p:nvSpPr>
          <p:cNvPr id="11" name="Text Placeholder 2">
            <a:extLst xmlns:a="http://schemas.openxmlformats.org/drawingml/2006/main">
              <a:ext uri="{FF2B5EF4-FFF2-40B4-BE49-F238E27FC236}">
                <a16:creationId xmlns:a16="http://schemas.microsoft.com/office/drawing/2014/main" id="{6F7D12C6-B3BC-2F80-A661-00CC228193B5}"/>
              </a:ext>
            </a:extLst>
          </p:cNvPr>
          <p:cNvSpPr>
            <a:spLocks xmlns:a="http://schemas.openxmlformats.org/drawingml/2006/main" noGrp="1"/>
          </p:cNvSpPr>
          <p:nvPr>
            <p:ph idx="1"/>
          </p:nvPr>
        </p:nvSpPr>
        <p:spPr>
          <a:xfrm xmlns:a="http://schemas.openxmlformats.org/drawingml/2006/main">
            <a:off x="393700" y="2213811"/>
            <a:ext cx="2595934" cy="3780589"/>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lvl1pPr>
              <a:buNone/>
              <a:defRPr sz="1600"/>
            </a:lvl1pPr>
            <a:lvl2pPr>
              <a:buNone/>
              <a:defRPr sz="1600"/>
            </a:lvl2pPr>
            <a:lvl3pPr>
              <a:buNone/>
              <a:defRPr sz="1600"/>
            </a:lvl3pPr>
            <a:lvl4pPr>
              <a:buNone/>
              <a:defRPr sz="1600"/>
            </a:lvl4pPr>
            <a:lvl5pPr>
              <a:buNone/>
              <a:defRPr sz="1600"/>
            </a:lvl5pPr>
          </a:lstStyle>
          <a:p xmlns:a="http://schemas.openxmlformats.org/drawingml/2006/main">
            <a:pPr lvl="0">
              <a:buNone/>
            </a:pPr>
            <a:r>
              <a:t>Click to edit Master</a:t>
            </a:r>
          </a:p>
        </p:txBody>
      </p:sp>
      <p:sp>
        <p:nvSpPr>
          <p:cNvPr id="12" name="Footer Placeholder 4">
            <a:extLst xmlns:a="http://schemas.openxmlformats.org/drawingml/2006/main">
              <a:ext uri="{FF2B5EF4-FFF2-40B4-BE49-F238E27FC236}">
                <a16:creationId xmlns:a16="http://schemas.microsoft.com/office/drawing/2014/main" id="{0682803B-B799-370F-B1B9-EB49CCB10A11}"/>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13" name="Slide Number Placeholder 5">
            <a:extLst xmlns:a="http://schemas.openxmlformats.org/drawingml/2006/main">
              <a:ext uri="{FF2B5EF4-FFF2-40B4-BE49-F238E27FC236}">
                <a16:creationId xmlns:a16="http://schemas.microsoft.com/office/drawing/2014/main" id="{AFE26095-B1FD-5C7C-C8D6-78ABF739DCBA}"/>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2" name="Title Placeholder 1">
            <a:extLst xmlns:a="http://schemas.openxmlformats.org/drawingml/2006/main">
              <a:ext uri="{FF2B5EF4-FFF2-40B4-BE49-F238E27FC236}">
                <a16:creationId xmlns:a16="http://schemas.microsoft.com/office/drawing/2014/main" id="{EC59174D-4FF5-0FD8-FE78-F71A39E187AE}"/>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
        <p:nvSpPr>
          <p:cNvPr id="8" name="Text Placeholder 7">
            <a:extLst xmlns:a="http://schemas.openxmlformats.org/drawingml/2006/main">
              <a:ext uri="{FF2B5EF4-FFF2-40B4-BE49-F238E27FC236}">
                <a16:creationId xmlns:a16="http://schemas.microsoft.com/office/drawing/2014/main" id="{4F70A9DA-D783-0627-3166-E13B68C2ADAC}"/>
              </a:ext>
            </a:extLst>
          </p:cNvPr>
          <p:cNvSpPr>
            <a:spLocks xmlns:a="http://schemas.openxmlformats.org/drawingml/2006/main" noGrp="1"/>
          </p:cNvSpPr>
          <p:nvPr>
            <p:ph type="body" idx="12"/>
          </p:nvPr>
        </p:nvSpPr>
        <p:spPr>
          <a:xfrm xmlns:a="http://schemas.openxmlformats.org/drawingml/2006/main">
            <a:off x="3334966" y="2213811"/>
            <a:ext cx="2595934" cy="3780589"/>
          </a:xfrm>
        </p:spPr>
        <p:txBody>
          <a:bodyPr xmlns:a="http://schemas.openxmlformats.org/drawingml/2006/main"/>
          <a:lstStyle xmlns:a="http://schemas.openxmlformats.org/drawingml/2006/main">
            <a:lvl1pPr>
              <a:buNone/>
              <a:defRPr sz="1800"/>
            </a:lvl1pPr>
            <a:lvl2pPr>
              <a:buNone/>
              <a:defRPr sz="1800"/>
            </a:lvl2pPr>
            <a:lvl3pPr>
              <a:buNone/>
              <a:defRPr sz="1800"/>
            </a:lvl3pPr>
            <a:lvl4pPr>
              <a:buNone/>
              <a:defRPr sz="1800"/>
            </a:lvl4pPr>
            <a:lvl5pPr>
              <a:buNone/>
              <a:defRPr sz="1800"/>
            </a:lvl5pPr>
          </a:lstStyle>
          <a:p xmlns:a="http://schemas.openxmlformats.org/drawingml/2006/main">
            <a:pPr lvl="0">
              <a:buNone/>
            </a:pPr>
            <a:r>
              <a:t>Click to edit Master</a:t>
            </a:r>
          </a:p>
        </p:txBody>
      </p:sp>
      <p:sp>
        <p:nvSpPr>
          <p:cNvPr id="9" name="Text Placeholder 2">
            <a:extLst xmlns:a="http://schemas.openxmlformats.org/drawingml/2006/main">
              <a:ext uri="{FF2B5EF4-FFF2-40B4-BE49-F238E27FC236}">
                <a16:creationId xmlns:a16="http://schemas.microsoft.com/office/drawing/2014/main" id="{75BF2647-8E8C-CAEE-896D-0E1567AF7E99}"/>
              </a:ext>
            </a:extLst>
          </p:cNvPr>
          <p:cNvSpPr>
            <a:spLocks xmlns:a="http://schemas.openxmlformats.org/drawingml/2006/main" noGrp="1"/>
          </p:cNvSpPr>
          <p:nvPr>
            <p:ph idx="13"/>
          </p:nvPr>
        </p:nvSpPr>
        <p:spPr>
          <a:xfrm xmlns:a="http://schemas.openxmlformats.org/drawingml/2006/main">
            <a:off x="6264413" y="2213811"/>
            <a:ext cx="2595934" cy="3780589"/>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lvl1pPr>
              <a:buNone/>
              <a:defRPr sz="1600"/>
            </a:lvl1pPr>
            <a:lvl2pPr>
              <a:buNone/>
              <a:defRPr sz="1600"/>
            </a:lvl2pPr>
            <a:lvl3pPr>
              <a:buNone/>
              <a:defRPr sz="1600"/>
            </a:lvl3pPr>
            <a:lvl4pPr>
              <a:buNone/>
              <a:defRPr sz="1600"/>
            </a:lvl4pPr>
            <a:lvl5pPr>
              <a:buNone/>
              <a:defRPr sz="1600"/>
            </a:lvl5pPr>
          </a:lstStyle>
          <a:p xmlns:a="http://schemas.openxmlformats.org/drawingml/2006/main">
            <a:pPr lvl="0">
              <a:buNone/>
            </a:pPr>
            <a:r>
              <a:t>Click to edit Master</a:t>
            </a:r>
          </a:p>
        </p:txBody>
      </p:sp>
      <p:sp>
        <p:nvSpPr>
          <p:cNvPr id="10" name="Text Placeholder 7">
            <a:extLst xmlns:a="http://schemas.openxmlformats.org/drawingml/2006/main">
              <a:ext uri="{FF2B5EF4-FFF2-40B4-BE49-F238E27FC236}">
                <a16:creationId xmlns:a16="http://schemas.microsoft.com/office/drawing/2014/main" id="{37C6F143-221A-9959-8FBA-B9B1DB6602D0}"/>
              </a:ext>
            </a:extLst>
          </p:cNvPr>
          <p:cNvSpPr>
            <a:spLocks xmlns:a="http://schemas.openxmlformats.org/drawingml/2006/main" noGrp="1"/>
          </p:cNvSpPr>
          <p:nvPr>
            <p:ph type="body" idx="14"/>
          </p:nvPr>
        </p:nvSpPr>
        <p:spPr>
          <a:xfrm xmlns:a="http://schemas.openxmlformats.org/drawingml/2006/main">
            <a:off x="9205679" y="2213811"/>
            <a:ext cx="2595934" cy="3780589"/>
          </a:xfrm>
        </p:spPr>
        <p:txBody>
          <a:bodyPr xmlns:a="http://schemas.openxmlformats.org/drawingml/2006/main"/>
          <a:lstStyle xmlns:a="http://schemas.openxmlformats.org/drawingml/2006/main">
            <a:lvl1pPr>
              <a:buNone/>
              <a:defRPr sz="1800"/>
            </a:lvl1pPr>
            <a:lvl2pPr>
              <a:buNone/>
              <a:defRPr sz="1800"/>
            </a:lvl2pPr>
            <a:lvl3pPr>
              <a:buNone/>
              <a:defRPr sz="1800"/>
            </a:lvl3pPr>
            <a:lvl4pPr>
              <a:buNone/>
              <a:defRPr sz="1800"/>
            </a:lvl4pPr>
            <a:lvl5pPr>
              <a:buNone/>
              <a:defRPr sz="1800"/>
            </a:lvl5pPr>
          </a:lstStyle>
          <a:p xmlns:a="http://schemas.openxmlformats.org/drawingml/2006/main">
            <a:pPr lvl="0">
              <a:buNone/>
            </a:pPr>
            <a:r>
              <a:t>Click to edit Master</a:t>
            </a:r>
          </a:p>
        </p:txBody>
      </p:sp>
    </p:spTree>
  </p:cSld>
</p:sldLayout>
</file>

<file path=ppt/slideLayouts/slideLayout6.xml><?xml version="1.0" encoding="utf-8"?>
<p:sldLayout xmlns:p="http://schemas.openxmlformats.org/presentationml/2006/main" preserve="1" userDrawn="1">
  <p:cSld name="Title Only">
    <p:spTree>
      <p:nvGrpSpPr>
        <p:cNvPr id="1" name=""/>
        <p:cNvGrpSpPr/>
        <p:nvPr/>
      </p:nvGrpSpPr>
      <p:grpSpPr>
        <a:xfrm xmlns:a="http://schemas.openxmlformats.org/drawingml/2006/main"/>
      </p:grpSpPr>
      <p:sp>
        <p:nvSpPr>
          <p:cNvPr id="8" name="Footer Placeholder 4">
            <a:extLst xmlns:a="http://schemas.openxmlformats.org/drawingml/2006/main">
              <a:ext uri="{FF2B5EF4-FFF2-40B4-BE49-F238E27FC236}">
                <a16:creationId xmlns:a16="http://schemas.microsoft.com/office/drawing/2014/main" id="{DB1182C5-F22B-2641-06DE-4EDACA3C1DDD}"/>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9" name="Slide Number Placeholder 5">
            <a:extLst xmlns:a="http://schemas.openxmlformats.org/drawingml/2006/main">
              <a:ext uri="{FF2B5EF4-FFF2-40B4-BE49-F238E27FC236}">
                <a16:creationId xmlns:a16="http://schemas.microsoft.com/office/drawing/2014/main" id="{F97A4AD5-204B-38FD-4F33-270C2F9F5CC6}"/>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2" name="Title Placeholder 1">
            <a:extLst xmlns:a="http://schemas.openxmlformats.org/drawingml/2006/main">
              <a:ext uri="{FF2B5EF4-FFF2-40B4-BE49-F238E27FC236}">
                <a16:creationId xmlns:a16="http://schemas.microsoft.com/office/drawing/2014/main" id="{75CF9983-3FD7-FAE4-9F0B-B2CE806D891D}"/>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7.xml><?xml version="1.0" encoding="utf-8"?>
<p:sldLayout xmlns:p="http://schemas.openxmlformats.org/presentationml/2006/main" preserve="1" userDrawn="1">
  <p:cSld name="Footer Only">
    <p:spTree>
      <p:nvGrpSpPr>
        <p:cNvPr id="1" name=""/>
        <p:cNvGrpSpPr/>
        <p:nvPr/>
      </p:nvGrpSpPr>
      <p:grpSpPr>
        <a:xfrm xmlns:a="http://schemas.openxmlformats.org/drawingml/2006/main"/>
      </p:grpSpPr>
      <p:sp>
        <p:nvSpPr>
          <p:cNvPr id="7" name="Footer Placeholder 4">
            <a:extLst xmlns:a="http://schemas.openxmlformats.org/drawingml/2006/main">
              <a:ext uri="{FF2B5EF4-FFF2-40B4-BE49-F238E27FC236}">
                <a16:creationId xmlns:a16="http://schemas.microsoft.com/office/drawing/2014/main" id="{1012CBCC-C555-8C11-443D-86D6F7A45CF8}"/>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8" name="Slide Number Placeholder 5">
            <a:extLst xmlns:a="http://schemas.openxmlformats.org/drawingml/2006/main">
              <a:ext uri="{FF2B5EF4-FFF2-40B4-BE49-F238E27FC236}">
                <a16:creationId xmlns:a16="http://schemas.microsoft.com/office/drawing/2014/main" id="{B69B260B-B882-BF7F-1BB1-28B9578A25A2}"/>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Tree>
  </p:cSld>
</p:sldLayout>
</file>

<file path=ppt/slideLayouts/slideLayout8.xml><?xml version="1.0" encoding="utf-8"?>
<p:sldLayout xmlns:p="http://schemas.openxmlformats.org/presentationml/2006/main" preserve="1" userDrawn="1">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1d4bd37177d4a16" /><Relationship Type="http://schemas.openxmlformats.org/officeDocument/2006/relationships/slideLayout" Target="/ppt/slideLayouts/slideLayout1.xml" Id="Re89062a52e1e4592" /><Relationship Type="http://schemas.openxmlformats.org/officeDocument/2006/relationships/slideLayout" Target="/ppt/slideLayouts/slideLayout2.xml" Id="R394d22b4ba8b4524" /><Relationship Type="http://schemas.openxmlformats.org/officeDocument/2006/relationships/slideLayout" Target="/ppt/slideLayouts/slideLayout3.xml" Id="Rdfd681d4200c4cc4" /><Relationship Type="http://schemas.openxmlformats.org/officeDocument/2006/relationships/slideLayout" Target="/ppt/slideLayouts/slideLayout4.xml" Id="R645e463e306b4da9" /><Relationship Type="http://schemas.openxmlformats.org/officeDocument/2006/relationships/slideLayout" Target="/ppt/slideLayouts/slideLayout5.xml" Id="Rc29691ad350d4253" /><Relationship Type="http://schemas.openxmlformats.org/officeDocument/2006/relationships/slideLayout" Target="/ppt/slideLayouts/slideLayout6.xml" Id="Re854113fa8f24d02" /><Relationship Type="http://schemas.openxmlformats.org/officeDocument/2006/relationships/slideLayout" Target="/ppt/slideLayouts/slideLayout7.xml" Id="R4b3b5fc99f4c4f9b" /><Relationship Type="http://schemas.openxmlformats.org/officeDocument/2006/relationships/slideLayout" Target="/ppt/slideLayouts/slideLayout8.xml" Id="R29bc0d13b3c8424f" /></Relationships>
</file>

<file path=ppt/slideMasters/slideMaster1.xml><?xml version="1.0" encoding="utf-8"?>
<p:sldMaster xmlns:p="http://schemas.openxmlformats.org/presentationml/2006/main">
  <p:cSld>
    <p:bg>
      <p:bgPr>
        <a:solidFill xmlns:a="http://schemas.openxmlformats.org/drawingml/2006/main">
          <a:srgbClr val="002615"/>
        </a:solidFill>
      </p:bgPr>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BB87ED2E-D8FF-5C8C-ED50-59BA3091C3E1}"/>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05B0E1CB-6DCA-2E9F-2B74-4309B4084C09}"/>
              </a:ext>
            </a:extLst>
          </p:cNvPr>
          <p:cNvSpPr>
            <a:spLocks xmlns:a="http://schemas.openxmlformats.org/drawingml/2006/main" noGrp="1"/>
          </p:cNvSpPr>
          <p:nvPr>
            <p:ph type="body" idx="1"/>
          </p:nvPr>
        </p:nvSpPr>
        <p:spPr>
          <a:xfrm xmlns:a="http://schemas.openxmlformats.org/drawingml/2006/main">
            <a:off x="393700" y="2032000"/>
            <a:ext cx="114046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Footer Placeholder 4">
            <a:extLst xmlns:a="http://schemas.openxmlformats.org/drawingml/2006/main">
              <a:ext uri="{FF2B5EF4-FFF2-40B4-BE49-F238E27FC236}">
                <a16:creationId xmlns:a16="http://schemas.microsoft.com/office/drawing/2014/main" id="{3C75650C-2983-5B02-8421-FF1818435433}"/>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6" name="Slide Number Placeholder 5">
            <a:extLst xmlns:a="http://schemas.openxmlformats.org/drawingml/2006/main">
              <a:ext uri="{FF2B5EF4-FFF2-40B4-BE49-F238E27FC236}">
                <a16:creationId xmlns:a16="http://schemas.microsoft.com/office/drawing/2014/main" id="{D872C88C-1AB3-96BA-C9E5-3435A4BD59BB}"/>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Tree>
  </p:cSld>
  <p:clrMap bg1="dk1" tx1="lt1" bg2="dk2" tx2="lt2" accent1="accent1" accent2="accent2" accent3="accent3" accent4="accent4" accent5="accent5" accent6="accent6" hlink="hlink" folHlink="folHlink"/>
  <p:sldLayoutIdLst>
    <p:sldLayoutId xmlns:r="http://schemas.openxmlformats.org/officeDocument/2006/relationships" id="2147483649" r:id="Re89062a52e1e4592"/>
    <p:sldLayoutId xmlns:r="http://schemas.openxmlformats.org/officeDocument/2006/relationships" id="2147483650" r:id="R394d22b4ba8b4524"/>
    <p:sldLayoutId xmlns:r="http://schemas.openxmlformats.org/officeDocument/2006/relationships" id="2147483651" r:id="Rdfd681d4200c4cc4"/>
    <p:sldLayoutId xmlns:r="http://schemas.openxmlformats.org/officeDocument/2006/relationships" id="2147483652" r:id="R645e463e306b4da9"/>
    <p:sldLayoutId xmlns:r="http://schemas.openxmlformats.org/officeDocument/2006/relationships" id="2147483653" r:id="Rc29691ad350d4253"/>
    <p:sldLayoutId xmlns:r="http://schemas.openxmlformats.org/officeDocument/2006/relationships" id="2147483654" r:id="Re854113fa8f24d02"/>
    <p:sldLayoutId xmlns:r="http://schemas.openxmlformats.org/officeDocument/2006/relationships" id="2147483655" r:id="R4b3b5fc99f4c4f9b"/>
    <p:sldLayoutId xmlns:r="http://schemas.openxmlformats.org/officeDocument/2006/relationships" id="2147483656" r:id="R29bc0d13b3c8424f"/>
  </p:sldLayoutIdLst>
  <p:hf hdr="0" dt="0"/>
  <p:txStyles>
    <p:titleStyle>
      <a:lvl1pPr xmlns:a="http://schemas.openxmlformats.org/drawingml/2006/main" algn="l" defTabSz="914400">
        <a:lnSpc>
          <a:spcPct val="90000"/>
        </a:lnSpc>
        <a:spcBef>
          <a:spcPct val="0"/>
        </a:spcBef>
        <a:buNone/>
        <a:defRPr sz="2900" b="0" i="0" kern="1200">
          <a:solidFill>
            <a:schemeClr val="tx1"/>
          </a:solidFill>
          <a:latin typeface="Inter Medium"/>
          <a:ea typeface="Inter Medium"/>
          <a:cs typeface="Inter Medium"/>
        </a:defRPr>
      </a:lvl1pPr>
    </p:titleStyle>
    <p:bodyStyle>
      <a:lvl1pPr xmlns:a="http://schemas.openxmlformats.org/drawingml/2006/main"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xmlns:a="http://schemas.openxmlformats.org/drawingml/2006/main"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xmlns:a="http://schemas.openxmlformats.org/drawingml/2006/main"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xmlns:a="http://schemas.openxmlformats.org/drawingml/2006/main"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xmlns:a="http://schemas.openxmlformats.org/drawingml/2006/main"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xmlns:a="http://schemas.openxmlformats.org/drawingml/2006/main"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xmlns:a="http://schemas.openxmlformats.org/drawingml/2006/main"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xmlns:a="http://schemas.openxmlformats.org/drawingml/2006/main"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xmlns:a="http://schemas.openxmlformats.org/drawingml/2006/main"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extLst>
    <p:ext uri="{27BBF7A9-308A-43DC-89C8-2F10F3537804}">
      <p15:sldGuideLst xmlns:p15="http://schemas.microsoft.com/office/powerpoint/2012/main">
        <p15:guide id="1">
          <p15:clr>
            <a:srgbClr xmlns:a="http://schemas.openxmlformats.org/drawingml/2006/main" val="F26B43"/>
          </p15:clr>
        </p15:guide>
        <p15:guide id="2" pos="7680">
          <p15:clr>
            <a:srgbClr xmlns:a="http://schemas.openxmlformats.org/drawingml/2006/main" val="F26B43"/>
          </p15:clr>
        </p15:guide>
        <p15:guide id="3" pos="248">
          <p15:clr>
            <a:srgbClr xmlns:a="http://schemas.openxmlformats.org/drawingml/2006/main" val="F26B43"/>
          </p15:clr>
        </p15:guide>
        <p15:guide id="4" pos="1264">
          <p15:clr>
            <a:srgbClr xmlns:a="http://schemas.openxmlformats.org/drawingml/2006/main" val="F26B43"/>
          </p15:clr>
        </p15:guide>
        <p15:guide id="5" pos="1480">
          <p15:clr>
            <a:srgbClr xmlns:a="http://schemas.openxmlformats.org/drawingml/2006/main" val="F26B43"/>
          </p15:clr>
        </p15:guide>
        <p15:guide id="6" pos="2496">
          <p15:clr>
            <a:srgbClr xmlns:a="http://schemas.openxmlformats.org/drawingml/2006/main" val="F26B43"/>
          </p15:clr>
        </p15:guide>
        <p15:guide id="7" pos="2712">
          <p15:clr>
            <a:srgbClr xmlns:a="http://schemas.openxmlformats.org/drawingml/2006/main" val="F26B43"/>
          </p15:clr>
        </p15:guide>
        <p15:guide id="8" pos="3736">
          <p15:clr>
            <a:srgbClr xmlns:a="http://schemas.openxmlformats.org/drawingml/2006/main" val="F26B43"/>
          </p15:clr>
        </p15:guide>
        <p15:guide id="9" pos="3944">
          <p15:clr>
            <a:srgbClr xmlns:a="http://schemas.openxmlformats.org/drawingml/2006/main" val="F26B43"/>
          </p15:clr>
        </p15:guide>
        <p15:guide id="10" pos="4968">
          <p15:clr>
            <a:srgbClr xmlns:a="http://schemas.openxmlformats.org/drawingml/2006/main" val="F26B43"/>
          </p15:clr>
        </p15:guide>
        <p15:guide id="11" pos="5184">
          <p15:clr>
            <a:srgbClr xmlns:a="http://schemas.openxmlformats.org/drawingml/2006/main" val="F26B43"/>
          </p15:clr>
        </p15:guide>
        <p15:guide id="12" pos="6200">
          <p15:clr>
            <a:srgbClr xmlns:a="http://schemas.openxmlformats.org/drawingml/2006/main" val="F26B43"/>
          </p15:clr>
        </p15:guide>
        <p15:guide id="13" pos="6416">
          <p15:clr>
            <a:srgbClr xmlns:a="http://schemas.openxmlformats.org/drawingml/2006/main" val="F26B43"/>
          </p15:clr>
        </p15:guide>
        <p15:guide id="14" pos="7432">
          <p15:clr>
            <a:srgbClr xmlns:a="http://schemas.openxmlformats.org/drawingml/2006/main" val="F26B43"/>
          </p15:clr>
        </p15:guide>
        <p15:guide id="15" orient="horz">
          <p15:clr>
            <a:srgbClr xmlns:a="http://schemas.openxmlformats.org/drawingml/2006/main" val="F26B43"/>
          </p15:clr>
        </p15:guide>
        <p15:guide id="17" orient="horz" pos="248">
          <p15:clr>
            <a:srgbClr xmlns:a="http://schemas.openxmlformats.org/drawingml/2006/main" val="F26B43"/>
          </p15:clr>
        </p15:guide>
        <p15:guide id="18" orient="horz" pos="656">
          <p15:clr>
            <a:srgbClr xmlns:a="http://schemas.openxmlformats.org/drawingml/2006/main" val="F26B43"/>
          </p15:clr>
        </p15:guide>
        <p15:guide id="19" orient="horz" pos="872">
          <p15:clr>
            <a:srgbClr xmlns:a="http://schemas.openxmlformats.org/drawingml/2006/main" val="F26B43"/>
          </p15:clr>
        </p15:guide>
        <p15:guide id="20" orient="horz" pos="1280">
          <p15:clr>
            <a:srgbClr xmlns:a="http://schemas.openxmlformats.org/drawingml/2006/main" val="F26B43"/>
          </p15:clr>
        </p15:guide>
        <p15:guide id="21" orient="horz" pos="1496">
          <p15:clr>
            <a:srgbClr xmlns:a="http://schemas.openxmlformats.org/drawingml/2006/main" val="F26B43"/>
          </p15:clr>
        </p15:guide>
        <p15:guide id="22" orient="horz" pos="1904">
          <p15:clr>
            <a:srgbClr xmlns:a="http://schemas.openxmlformats.org/drawingml/2006/main" val="F26B43"/>
          </p15:clr>
        </p15:guide>
        <p15:guide id="23" orient="horz" pos="2120">
          <p15:clr>
            <a:srgbClr xmlns:a="http://schemas.openxmlformats.org/drawingml/2006/main" val="F26B43"/>
          </p15:clr>
        </p15:guide>
        <p15:guide id="24" orient="horz" pos="2528">
          <p15:clr>
            <a:srgbClr xmlns:a="http://schemas.openxmlformats.org/drawingml/2006/main" val="F26B43"/>
          </p15:clr>
        </p15:guide>
        <p15:guide id="25" orient="horz" pos="2744">
          <p15:clr>
            <a:srgbClr xmlns:a="http://schemas.openxmlformats.org/drawingml/2006/main" val="F26B43"/>
          </p15:clr>
        </p15:guide>
        <p15:guide id="26" orient="horz" pos="3152">
          <p15:clr>
            <a:srgbClr xmlns:a="http://schemas.openxmlformats.org/drawingml/2006/main" val="F26B43"/>
          </p15:clr>
        </p15:guide>
        <p15:guide id="27" orient="horz" pos="3368">
          <p15:clr>
            <a:srgbClr xmlns:a="http://schemas.openxmlformats.org/drawingml/2006/main" val="F26B43"/>
          </p15:clr>
        </p15:guide>
        <p15:guide id="28" orient="horz" pos="3776">
          <p15:clr>
            <a:srgbClr xmlns:a="http://schemas.openxmlformats.org/drawingml/2006/main" val="F26B43"/>
          </p15:clr>
        </p15:guide>
        <p15:guide id="29" orient="horz" pos="4088">
          <p15:clr>
            <a:srgbClr xmlns:a="http://schemas.openxmlformats.org/drawingml/2006/main" val="F26B43"/>
          </p15:clr>
        </p15:guide>
      </p15:sldGuideLst>
    </p:ext>
  </p:extLst>
</p:sldMaster>
</file>

<file path=ppt/slideMasters/theme/theme2.xml><?xml version="1.0" encoding="utf-8"?>
<a:theme xmlns:a="http://schemas.openxmlformats.org/drawingml/2006/main" name="Default Codex Theme">
  <a:themeElements>
    <a:clrScheme name="Codex Colors">
      <a:dk1>
        <a:srgbClr val="000000"/>
      </a:dk1>
      <a:lt1>
        <a:srgbClr val="FFFFFF"/>
      </a:lt1>
      <a:dk2>
        <a:srgbClr val="00264F"/>
      </a:dk2>
      <a:lt2>
        <a:srgbClr val="D0EDFA"/>
      </a:lt2>
      <a:accent1>
        <a:srgbClr val="6DCBF4"/>
      </a:accent1>
      <a:accent2>
        <a:srgbClr val="3D8DFF"/>
      </a:accent2>
      <a:accent3>
        <a:srgbClr val="47E2C2"/>
      </a:accent3>
      <a:accent4>
        <a:srgbClr val="85DF7B"/>
      </a:accent4>
      <a:accent5>
        <a:srgbClr val="F7CB59"/>
      </a:accent5>
      <a:accent6>
        <a:srgbClr val="F67576"/>
      </a:accent6>
      <a:hlink>
        <a:srgbClr val="000000"/>
      </a:hlink>
      <a:folHlink>
        <a:srgbClr val="0097A7"/>
      </a:folHlink>
    </a:clrScheme>
    <a:fontScheme name="Inter">
      <a:majorFont>
        <a:latin typeface="Inter"/>
        <a:ea typeface=""/>
        <a:cs typeface=""/>
      </a:majorFont>
      <a:minorFont>
        <a:latin typeface="Inter"/>
        <a:ea typeface=""/>
        <a:cs typeface=""/>
      </a:minorFont>
    </a:fontScheme>
    <a:fmtScheme name="Codex Colors">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201d7b888cd44245" /><Relationship Type="http://schemas.openxmlformats.org/officeDocument/2006/relationships/notesSlide" Target="/ppt/notesSlides/notesSlide1.xml" Id="R8503cb8420bb42db"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4fa8710c07ec4059" /><Relationship Type="http://schemas.openxmlformats.org/officeDocument/2006/relationships/notesSlide" Target="/ppt/notesSlides/notesSlide2.xml" Id="R4ca0ab4ebc2948a6"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a5ffba2af3d54e1b" /><Relationship Type="http://schemas.openxmlformats.org/officeDocument/2006/relationships/notesSlide" Target="/ppt/notesSlides/notesSlide3.xml" Id="R548d2f2c2cb24dab"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a580bff65132493a" /><Relationship Type="http://schemas.openxmlformats.org/officeDocument/2006/relationships/notesSlide" Target="/ppt/notesSlides/notesSlide4.xml" Id="Rb0a6b1486c034477"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d1b6f6871bce4784" /><Relationship Type="http://schemas.openxmlformats.org/officeDocument/2006/relationships/notesSlide" Target="/ppt/notesSlides/notesSlide5.xml" Id="R6c41019131f54f56"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fdb497440bd64ae2" /><Relationship Type="http://schemas.openxmlformats.org/officeDocument/2006/relationships/notesSlide" Target="/ppt/notesSlides/notesSlide6.xml" Id="R7f69d816c4604305"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3870e880513d4e28" /><Relationship Type="http://schemas.openxmlformats.org/officeDocument/2006/relationships/notesSlide" Target="/ppt/notesSlides/notesSlide7.xml" Id="R831c379c922b4524"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70a6b764807b4bfc" /><Relationship Type="http://schemas.openxmlformats.org/officeDocument/2006/relationships/notesSlide" Target="/ppt/notesSlides/notesSlide8.xml" Id="Rf32918455d824d76"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8326854349cc4721" /><Relationship Type="http://schemas.openxmlformats.org/officeDocument/2006/relationships/notesSlide" Target="/ppt/notesSlides/notesSlide9.xml" Id="Rf00a55b67f914e8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b0ec896524834db5" /><Relationship Type="http://schemas.openxmlformats.org/officeDocument/2006/relationships/notesSlide" Target="/ppt/notesSlides/notesSlide10.xml" Id="R161ea9c641284f24"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894ccdacaaa94220" /><Relationship Type="http://schemas.openxmlformats.org/officeDocument/2006/relationships/notesSlide" Target="/ppt/notesSlides/notesSlide11.xml" Id="Rb1e8feca6e434786"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5a012619a6dd4d72" /><Relationship Type="http://schemas.openxmlformats.org/officeDocument/2006/relationships/notesSlide" Target="/ppt/notesSlides/notesSlide12.xml" Id="R5eea74c9380943f2"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4" name="Title 3">
            <a:extLst xmlns:a="http://schemas.openxmlformats.org/drawingml/2006/main">
              <a:ext uri="{FF2B5EF4-FFF2-40B4-BE49-F238E27FC236}">
                <a16:creationId xmlns:a16="http://schemas.microsoft.com/office/drawing/2014/main" id="{59A8DA10-BC74-F432-B483-CF813D4319AD}"/>
              </a:ext>
            </a:extLst>
          </p:cNvPr>
          <p:cNvSpPr>
            <a:spLocks xmlns:a="http://schemas.openxmlformats.org/drawingml/2006/main" noGrp="1"/>
          </p:cNvSpPr>
          <p:nvPr>
            <p:ph type="ctrTitle" idx="0"/>
          </p:nvPr>
        </p:nvSpPr>
        <p:spPr>
          <a:xfrm xmlns:a="http://schemas.openxmlformats.org/drawingml/2006/main">
            <a:off x="1371600" y="2066163"/>
            <a:ext cx="9448800" cy="2203704"/>
          </a:xfrm>
        </p:spPr>
        <p:txBody>
          <a:bodyPr xmlns:a="http://schemas.openxmlformats.org/drawingml/2006/main">
            <a:noAutofit/>
          </a:bodyPr>
          <a:lstStyle xmlns:a="http://schemas.openxmlformats.org/drawingml/2006/main"/>
          <a:p xmlns:a="http://schemas.openxmlformats.org/drawingml/2006/main">
            <a:pPr algn="ctr">
              <a:buNone/>
            </a:pPr>
            <a:r>
              <a:rPr sz="7200">
                <a:solidFill>
                  <a:srgbClr val="BCEF59"/>
                </a:solidFill>
              </a:rPr>
              <a:t>EEG AI Honours</a:t>
            </a:r>
            <a:br>
              <a:rPr sz="7200">
                <a:solidFill>
                  <a:srgbClr val="BCEF59"/>
                </a:solidFill>
              </a:rPr>
            </a:br>
            <a:r>
              <a:rPr sz="7200">
                <a:solidFill>
                  <a:srgbClr val="BCEF59"/>
                </a:solidFill>
              </a:rPr>
              <a:t>Project Kickoff</a:t>
            </a:r>
          </a:p>
        </p:txBody>
      </p:sp>
      <p:sp>
        <p:nvSpPr>
          <p:cNvPr id="6" name="Subtitle 4">
            <a:extLst xmlns:a="http://schemas.openxmlformats.org/drawingml/2006/main">
              <a:ext uri="{FF2B5EF4-FFF2-40B4-BE49-F238E27FC236}">
                <a16:creationId xmlns:a16="http://schemas.microsoft.com/office/drawing/2014/main" id="{47DF5305-453D-AB88-8DE6-9846FEB1B651}"/>
              </a:ext>
            </a:extLst>
          </p:cNvPr>
          <p:cNvSpPr>
            <a:spLocks xmlns:a="http://schemas.openxmlformats.org/drawingml/2006/main" noGrp="1"/>
          </p:cNvSpPr>
          <p:nvPr/>
        </p:nvSpPr>
        <p:spPr>
          <a:xfrm xmlns:a="http://schemas.openxmlformats.org/drawingml/2006/main">
            <a:off x="2461641" y="4874705"/>
            <a:ext cx="7267289" cy="691229"/>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0" indent="0" algn="l" defTabSz="914400">
              <a:lnSpc>
                <a:spcPct val="90000"/>
              </a:lnSpc>
              <a:spcBef>
                <a:spcPts val="1000"/>
              </a:spcBef>
              <a:buFont typeface="Arial"/>
              <a:buNone/>
              <a:defRPr sz="2400" kern="1200">
                <a:solidFill>
                  <a:schemeClr val="tx1"/>
                </a:solidFill>
                <a:latin typeface="+mn-lt"/>
                <a:ea typeface="+mn-lt"/>
                <a:cs typeface="+mn-lt"/>
              </a:defRPr>
            </a:lvl1pPr>
            <a:lvl2pPr marL="457200" indent="0" algn="ctr" defTabSz="914400">
              <a:lnSpc>
                <a:spcPct val="90000"/>
              </a:lnSpc>
              <a:spcBef>
                <a:spcPts val="500"/>
              </a:spcBef>
              <a:buFont typeface="Arial"/>
              <a:buNone/>
              <a:defRPr sz="2000" kern="1200">
                <a:solidFill>
                  <a:schemeClr val="tx1"/>
                </a:solidFill>
                <a:latin typeface="+mn-lt"/>
                <a:ea typeface="+mn-lt"/>
                <a:cs typeface="+mn-lt"/>
              </a:defRPr>
            </a:lvl2pPr>
            <a:lvl3pPr marL="914400" indent="0" algn="ctr" defTabSz="914400">
              <a:lnSpc>
                <a:spcPct val="90000"/>
              </a:lnSpc>
              <a:spcBef>
                <a:spcPts val="500"/>
              </a:spcBef>
              <a:buFont typeface="Arial"/>
              <a:buNone/>
              <a:defRPr sz="1800" kern="1200">
                <a:solidFill>
                  <a:schemeClr val="tx1"/>
                </a:solidFill>
                <a:latin typeface="+mn-lt"/>
                <a:ea typeface="+mn-lt"/>
                <a:cs typeface="+mn-lt"/>
              </a:defRPr>
            </a:lvl3pPr>
            <a:lvl4pPr marL="1371600" indent="0" algn="ctr" defTabSz="914400">
              <a:lnSpc>
                <a:spcPct val="90000"/>
              </a:lnSpc>
              <a:spcBef>
                <a:spcPts val="500"/>
              </a:spcBef>
              <a:buFont typeface="Arial"/>
              <a:buNone/>
              <a:defRPr sz="1600" kern="1200">
                <a:solidFill>
                  <a:schemeClr val="tx1"/>
                </a:solidFill>
                <a:latin typeface="+mn-lt"/>
                <a:ea typeface="+mn-lt"/>
                <a:cs typeface="+mn-lt"/>
              </a:defRPr>
            </a:lvl4pPr>
            <a:lvl5pPr marL="1828800" indent="0" algn="ctr" defTabSz="914400">
              <a:lnSpc>
                <a:spcPct val="90000"/>
              </a:lnSpc>
              <a:spcBef>
                <a:spcPts val="500"/>
              </a:spcBef>
              <a:buFont typeface="Arial"/>
              <a:buNone/>
              <a:defRPr sz="1600" kern="1200">
                <a:solidFill>
                  <a:schemeClr val="tx1"/>
                </a:solidFill>
                <a:latin typeface="+mn-lt"/>
                <a:ea typeface="+mn-lt"/>
                <a:cs typeface="+mn-lt"/>
              </a:defRPr>
            </a:lvl5pPr>
            <a:lvl6pPr marL="2286000" indent="0" algn="ctr" defTabSz="914400">
              <a:lnSpc>
                <a:spcPct val="90000"/>
              </a:lnSpc>
              <a:spcBef>
                <a:spcPts val="500"/>
              </a:spcBef>
              <a:buFont typeface="Arial"/>
              <a:buNone/>
              <a:defRPr sz="1600" kern="1200">
                <a:solidFill>
                  <a:schemeClr val="tx1"/>
                </a:solidFill>
                <a:latin typeface="+mn-lt"/>
                <a:ea typeface="+mn-lt"/>
                <a:cs typeface="+mn-lt"/>
              </a:defRPr>
            </a:lvl6pPr>
            <a:lvl7pPr marL="2743200" indent="0" algn="ctr" defTabSz="914400">
              <a:lnSpc>
                <a:spcPct val="90000"/>
              </a:lnSpc>
              <a:spcBef>
                <a:spcPts val="500"/>
              </a:spcBef>
              <a:buFont typeface="Arial"/>
              <a:buNone/>
              <a:defRPr sz="1600" kern="1200">
                <a:solidFill>
                  <a:schemeClr val="tx1"/>
                </a:solidFill>
                <a:latin typeface="+mn-lt"/>
                <a:ea typeface="+mn-lt"/>
                <a:cs typeface="+mn-lt"/>
              </a:defRPr>
            </a:lvl7pPr>
            <a:lvl8pPr marL="3200400" indent="0" algn="ctr" defTabSz="914400">
              <a:lnSpc>
                <a:spcPct val="90000"/>
              </a:lnSpc>
              <a:spcBef>
                <a:spcPts val="500"/>
              </a:spcBef>
              <a:buFont typeface="Arial"/>
              <a:buNone/>
              <a:defRPr sz="1600" kern="1200">
                <a:solidFill>
                  <a:schemeClr val="tx1"/>
                </a:solidFill>
                <a:latin typeface="+mn-lt"/>
                <a:ea typeface="+mn-lt"/>
                <a:cs typeface="+mn-lt"/>
              </a:defRPr>
            </a:lvl8pPr>
            <a:lvl9pPr marL="3657600" indent="0" algn="ctr" defTabSz="914400">
              <a:lnSpc>
                <a:spcPct val="90000"/>
              </a:lnSpc>
              <a:spcBef>
                <a:spcPts val="500"/>
              </a:spcBef>
              <a:buFont typeface="Arial"/>
              <a:buNone/>
              <a:defRPr sz="1600" kern="1200">
                <a:solidFill>
                  <a:schemeClr val="tx1"/>
                </a:solidFill>
                <a:latin typeface="+mn-lt"/>
                <a:ea typeface="+mn-lt"/>
                <a:cs typeface="+mn-lt"/>
              </a:defRPr>
            </a:lvl9pPr>
          </a:lstStyle>
          <a:p xmlns:a="http://schemas.openxmlformats.org/drawingml/2006/main">
            <a:pPr algn="ctr">
              <a:buNone/>
            </a:pPr>
            <a:r>
              <a:rPr sz="2200">
                <a:latin typeface="Inter Medium"/>
                <a:ea typeface="Inter Medium"/>
                <a:cs typeface="Inter Medium"/>
              </a:rPr>
              <a:t>A project for one student, with room for a team</a:t>
            </a:r>
          </a:p>
        </p:txBody>
      </p:sp>
      <p:sp>
        <p:nvSpPr>
          <p:cNvPr id="3" name="Rounded Rectangle 2">
            <a:extLst xmlns:a="http://schemas.openxmlformats.org/drawingml/2006/main">
              <a:ext uri="{FF2B5EF4-FFF2-40B4-BE49-F238E27FC236}">
                <a16:creationId xmlns:a16="http://schemas.microsoft.com/office/drawing/2014/main" id="{A4393902-CF74-AC35-55A9-910ABBD4C9FD}"/>
              </a:ext>
            </a:extLst>
          </p:cNvPr>
          <p:cNvSpPr>
            <a:spLocks xmlns:a="http://schemas.openxmlformats.org/drawingml/2006/main" noGrp="1"/>
          </p:cNvSpPr>
          <p:nvPr/>
        </p:nvSpPr>
        <p:spPr>
          <a:xfrm xmlns:a="http://schemas.openxmlformats.org/drawingml/2006/main">
            <a:off x="4793266" y="1096042"/>
            <a:ext cx="2604040" cy="488823"/>
          </a:xfrm>
          <a:prstGeom xmlns:a="http://schemas.openxmlformats.org/drawingml/2006/main" prst="roundRect">
            <a:avLst>
              <a:gd name="adj" fmla="val 50000"/>
            </a:avLst>
          </a:prstGeom>
          <a:solidFill xmlns:a="http://schemas.openxmlformats.org/drawingml/2006/main">
            <a:schemeClr val="tx1">
              <a:alpha val="15000"/>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noAutofit/>
          </a:bodyPr>
          <a:lstStyle xmlns:a="http://schemas.openxmlformats.org/drawingml/2006/main"/>
          <a:p xmlns:a="http://schemas.openxmlformats.org/drawingml/2006/main">
            <a:pPr algn="ctr">
              <a:buNone/>
            </a:pPr>
            <a:r>
              <a:rPr sz="1600" b="1">
                <a:solidFill>
                  <a:schemeClr val="tx1"/>
                </a:solidFill>
                <a:latin typeface="Inter SemiBold"/>
                <a:ea typeface="Inter SemiBold"/>
                <a:cs typeface="Inter SemiBold"/>
              </a:rPr>
              <a:t>26 October 2026</a:t>
            </a:r>
          </a:p>
        </p:txBody>
      </p:sp>
    </p:spTree>
    <p:extLst>
      <p:ext uri="{BB962C8B-B14F-4D97-AF65-F5344CB8AC3E}">
        <p14:creationId xmlns:p14="http://schemas.microsoft.com/office/powerpoint/2010/main" val="3507737165"/>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5" name="Footer Placeholder 4">
            <a:extLst xmlns:a="http://schemas.openxmlformats.org/drawingml/2006/main">
              <a:ext uri="{FF2B5EF4-FFF2-40B4-BE49-F238E27FC236}">
                <a16:creationId xmlns:a16="http://schemas.microsoft.com/office/drawing/2014/main" id="{D2FC4FC7-396D-BE8D-1F0E-C849A74CA5DD}"/>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2" name="Slide Number Placeholder 1">
            <a:extLst xmlns:a="http://schemas.openxmlformats.org/drawingml/2006/main">
              <a:ext uri="{FF2B5EF4-FFF2-40B4-BE49-F238E27FC236}">
                <a16:creationId xmlns:a16="http://schemas.microsoft.com/office/drawing/2014/main" id="{B3BD1300-E71C-732F-134B-B7EE0492A9B7}"/>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a:lstStyle xmlns:a="http://schemas.openxmlformats.org/drawingml/2006/main"/>
          <a:p xmlns:a="http://schemas.openxmlformats.org/drawingml/2006/main">
            <a:fld id="{00000000-1234-1234-1234-123412341234}" type="slidenum">
              <a:t>2</a:t>
            </a:fld>
            <a:endParaRPr/>
          </a:p>
        </p:txBody>
      </p:sp>
      <p:sp>
        <p:nvSpPr>
          <p:cNvPr id="3" name="Title 2">
            <a:extLst xmlns:a="http://schemas.openxmlformats.org/drawingml/2006/main">
              <a:ext uri="{FF2B5EF4-FFF2-40B4-BE49-F238E27FC236}">
                <a16:creationId xmlns:a16="http://schemas.microsoft.com/office/drawing/2014/main" id="{FC59BB80-DF6A-0532-F91A-4A78B8E5820E}"/>
              </a:ext>
            </a:extLst>
          </p:cNvPr>
          <p:cNvSpPr>
            <a:spLocks xmlns:a="http://schemas.openxmlformats.org/drawingml/2006/main" noGrp="1"/>
          </p:cNvSpPr>
          <p:nvPr>
            <p:ph type="title" idx="0"/>
          </p:nvPr>
        </p:nvSpPr>
        <p:spPr>
          <a:xfrm xmlns:a="http://schemas.openxmlformats.org/drawingml/2006/main">
            <a:off x="393668" y="344043"/>
            <a:ext cx="4229100" cy="519589"/>
          </a:xfrm>
        </p:spPr>
        <p:txBody>
          <a:bodyPr xmlns:a="http://schemas.openxmlformats.org/drawingml/2006/main">
            <a:noAutofit/>
          </a:bodyPr>
          <a:lstStyle xmlns:a="http://schemas.openxmlformats.org/drawingml/2006/main"/>
          <a:p xmlns:a="http://schemas.openxmlformats.org/drawingml/2006/main">
            <a:r>
              <a:rPr>
                <a:solidFill>
                  <a:srgbClr val="BCEF59"/>
                </a:solidFill>
              </a:rPr>
              <a:t>Project kickoff</a:t>
            </a:r>
          </a:p>
        </p:txBody>
      </p:sp>
      <p:graphicFrame>
        <p:nvGraphicFramePr>
          <p:cNvPr id="4" name="Table 3">
            <a:extLst xmlns:a="http://schemas.openxmlformats.org/drawingml/2006/main">
              <a:ext uri="{FF2B5EF4-FFF2-40B4-BE49-F238E27FC236}">
                <a16:creationId xmlns:a16="http://schemas.microsoft.com/office/drawing/2014/main" id="{1C79070F-5E48-4512-A2AB-03BEFAE414CB}"/>
              </a:ext>
            </a:extLst>
          </p:cNvPr>
          <p:cNvGraphicFramePr/>
          <p:nvPr/>
        </p:nvGraphicFramePr>
        <p:xfrm>
          <a:off xmlns:a="http://schemas.openxmlformats.org/drawingml/2006/main" x="393700" y="1881809"/>
          <a:ext xmlns:a="http://schemas.openxmlformats.org/drawingml/2006/main" cx="11404600" cy="4112586"/>
        </p:xfrm>
        <a:graphic xmlns:a="http://schemas.openxmlformats.org/drawingml/2006/main">
          <a:graphicData uri="http://schemas.openxmlformats.org/drawingml/2006/table">
            <a:tbl>
              <a:tblPr firstRow="1" bandRow="1">
                <a:tableStyleId>{5C22544A-7EE6-4342-B048-85BDC9FD1C3A}</a:tableStyleId>
              </a:tblPr>
              <a:tblGrid>
                <a:gridCol w="759239"/>
                <a:gridCol w="7222435"/>
                <a:gridCol w="3422926"/>
              </a:tblGrid>
              <a:tr h="685431">
                <a:tc>
                  <a:txBody>
                    <a:bodyPr/>
                    <a:lstStyle/>
                    <a:p>
                      <a:pPr marL="0" marR="0" lvl="0" indent="0" algn="l" defTabSz="914400">
                        <a:lnSpc>
                          <a:spcPct val="100000"/>
                        </a:lnSpc>
                        <a:spcBef>
                          <a:spcPts val="0"/>
                        </a:spcBef>
                        <a:spcAft>
                          <a:spcPts val="0"/>
                        </a:spcAft>
                        <a:buClrTx/>
                        <a:buSzTx/>
                        <a:buFontTx/>
                        <a:buNone/>
                      </a:pPr>
                      <a:r>
                        <a:rPr sz="2500" b="0" i="0" u="none" strike="noStrike" cap="none" spc="0" baseline="0">
                          <a:ln>
                            <a:noFill/>
                          </a:ln>
                          <a:solidFill>
                            <a:schemeClr val="tx1"/>
                          </a:solidFill>
                          <a:latin typeface="+mn-lt"/>
                          <a:ea typeface="+mn-lt"/>
                          <a:cs typeface="+mn-lt"/>
                        </a:rPr>
                        <a:t>01</a:t>
                      </a:r>
                    </a:p>
                  </a:txBody>
                  <a:tcPr marL="0" marR="91440" marT="45720" marB="45720" anchor="ctr">
                    <a:lnL w="12700" cmpd="sng">
                      <a:noFill/>
                    </a:lnL>
                    <a:lnR w="12700" cmpd="sng">
                      <a:noFill/>
                    </a:lnR>
                    <a:lnT w="12700" cmpd="sng">
                      <a:noFill/>
                    </a:lnT>
                    <a:lnB w="12700" cmpd="sng">
                      <a:noFill/>
                      <a:prstDash val="solid"/>
                    </a:lnB>
                    <a:lnTlToBr w="12700" cmpd="sng">
                      <a:noFill/>
                      <a:prstDash val="solid"/>
                    </a:lnTlToBr>
                    <a:lnBlToTr w="12700" cmpd="sng">
                      <a:noFill/>
                      <a:prstDash val="solid"/>
                    </a:lnBlToTr>
                    <a:noFill/>
                  </a:tcPr>
                </a:tc>
                <a:tc>
                  <a:txBody>
                    <a:bodyPr/>
                    <a:lstStyle/>
                    <a:p>
                      <a:pPr marL="0" marR="0" lvl="0" indent="0" algn="l" defTabSz="914400">
                        <a:lnSpc>
                          <a:spcPct val="100000"/>
                        </a:lnSpc>
                        <a:spcBef>
                          <a:spcPts val="0"/>
                        </a:spcBef>
                        <a:spcAft>
                          <a:spcPts val="0"/>
                        </a:spcAft>
                        <a:buClrTx/>
                        <a:buSzTx/>
                        <a:buFontTx/>
                        <a:buNone/>
                      </a:pPr>
                      <a:r>
                        <a:rPr sz="2500" b="0" i="0" u="none" strike="noStrike" cap="none" spc="0" baseline="0">
                          <a:ln>
                            <a:noFill/>
                          </a:ln>
                          <a:solidFill>
                            <a:schemeClr val="tx1"/>
                          </a:solidFill>
                          <a:latin typeface="+mn-lt"/>
                          <a:ea typeface="+mn-lt"/>
                          <a:cs typeface="+mn-lt"/>
                        </a:rPr>
                        <a:t>A clear question and a useful demo</a:t>
                      </a:r>
                    </a:p>
                  </a:txBody>
                  <a:tcPr marL="0" marR="91440" marT="45720" marB="45720" anchor="ctr">
                    <a:lnL w="12700" cmpd="sng">
                      <a:noFill/>
                    </a:lnL>
                    <a:lnR w="12700" cmpd="sng">
                      <a:noFill/>
                    </a:lnR>
                    <a:lnT w="12700" cmpd="sng">
                      <a:noFill/>
                    </a:lnT>
                    <a:lnB w="12700" cmpd="sng">
                      <a:noFill/>
                      <a:prstDash val="solid"/>
                    </a:lnB>
                    <a:lnTlToBr w="12700" cmpd="sng">
                      <a:noFill/>
                      <a:prstDash val="solid"/>
                    </a:lnTlToBr>
                    <a:lnBlToTr w="12700" cmpd="sng">
                      <a:noFill/>
                      <a:prstDash val="solid"/>
                    </a:lnBlToTr>
                    <a:noFill/>
                  </a:tcPr>
                </a:tc>
                <a:tc>
                  <a:txBody>
                    <a:bodyPr/>
                    <a:lstStyle/>
                    <a:p>
                      <a:pPr marL="0" marR="0" lvl="0" indent="0" algn="r" defTabSz="914400">
                        <a:lnSpc>
                          <a:spcPct val="100000"/>
                        </a:lnSpc>
                        <a:spcBef>
                          <a:spcPts val="0"/>
                        </a:spcBef>
                        <a:spcAft>
                          <a:spcPts val="0"/>
                        </a:spcAft>
                        <a:buClrTx/>
                        <a:buSzTx/>
                        <a:buFontTx/>
                        <a:buNone/>
                      </a:pPr>
                      <a:r>
                        <a:rPr sz="2500" b="0" i="0" u="none" strike="noStrike" cap="none" spc="0" baseline="0">
                          <a:ln>
                            <a:noFill/>
                          </a:ln>
                          <a:solidFill>
                            <a:srgbClr val="BCEF59"/>
                          </a:solidFill>
                          <a:latin typeface="+mn-lt"/>
                          <a:ea typeface="+mn-lt"/>
                          <a:cs typeface="+mn-lt"/>
                        </a:rPr>
                        <a:t>Student</a:t>
                      </a:r>
                    </a:p>
                  </a:txBody>
                  <a:tcPr marL="0" marR="91440" marT="45720" marB="45720" anchor="ctr">
                    <a:lnL w="12700" cmpd="sng">
                      <a:noFill/>
                    </a:lnL>
                    <a:lnR w="12700" cmpd="sng">
                      <a:noFill/>
                    </a:lnR>
                    <a:lnT w="12700" cmpd="sng">
                      <a:noFill/>
                    </a:lnT>
                    <a:lnB w="12700" cmpd="sng">
                      <a:noFill/>
                      <a:prstDash val="solid"/>
                    </a:lnB>
                    <a:lnTlToBr w="12700" cmpd="sng">
                      <a:noFill/>
                      <a:prstDash val="solid"/>
                    </a:lnTlToBr>
                    <a:lnBlToTr w="12700" cmpd="sng">
                      <a:noFill/>
                      <a:prstDash val="solid"/>
                    </a:lnBlToTr>
                    <a:noFill/>
                  </a:tcPr>
                </a:tc>
              </a:tr>
              <a:tr h="685431">
                <a:tc>
                  <a:txBody>
                    <a:bodyPr/>
                    <a:lstStyle/>
                    <a:p>
                      <a:pPr marL="0" marR="0" lvl="0" indent="0" algn="l" defTabSz="914400">
                        <a:lnSpc>
                          <a:spcPct val="100000"/>
                        </a:lnSpc>
                        <a:spcBef>
                          <a:spcPts val="0"/>
                        </a:spcBef>
                        <a:spcAft>
                          <a:spcPts val="0"/>
                        </a:spcAft>
                        <a:buClrTx/>
                        <a:buSzTx/>
                        <a:buFontTx/>
                        <a:buNone/>
                      </a:pPr>
                      <a:r>
                        <a:rPr sz="2500" b="0" i="0" u="none" strike="noStrike" cap="none" spc="0" baseline="0">
                          <a:ln>
                            <a:noFill/>
                          </a:ln>
                          <a:solidFill>
                            <a:schemeClr val="tx1"/>
                          </a:solidFill>
                          <a:latin typeface="+mn-lt"/>
                          <a:ea typeface="+mn-lt"/>
                          <a:cs typeface="+mn-lt"/>
                        </a:rPr>
                        <a:t>02</a:t>
                      </a:r>
                    </a:p>
                  </a:txBody>
                  <a:tcPr marL="0" marR="91440" marT="45720" marB="45720" anchor="ctr">
                    <a:lnL w="12700" cmpd="sng">
                      <a:noFill/>
                    </a:lnL>
                    <a:lnR w="12700" cmpd="sng">
                      <a:noFill/>
                    </a:lnR>
                    <a:lnT w="12700" cmpd="sng">
                      <a:noFill/>
                      <a:prstDash val="solid"/>
                    </a:lnT>
                    <a:lnB w="12700" cmpd="sng">
                      <a:noFill/>
                      <a:prstDash val="solid"/>
                    </a:lnB>
                    <a:lnTlToBr w="12700" cmpd="sng">
                      <a:noFill/>
                      <a:prstDash val="solid"/>
                    </a:lnTlToBr>
                    <a:lnBlToTr w="12700" cmpd="sng">
                      <a:noFill/>
                      <a:prstDash val="solid"/>
                    </a:lnBlToTr>
                    <a:noFill/>
                  </a:tcPr>
                </a:tc>
                <a:tc>
                  <a:txBody>
                    <a:bodyPr/>
                    <a:lstStyle/>
                    <a:p>
                      <a:pPr marL="0" marR="0" lvl="0" indent="0" algn="l" defTabSz="914400">
                        <a:lnSpc>
                          <a:spcPct val="100000"/>
                        </a:lnSpc>
                        <a:spcBef>
                          <a:spcPts val="0"/>
                        </a:spcBef>
                        <a:spcAft>
                          <a:spcPts val="0"/>
                        </a:spcAft>
                        <a:buClrTx/>
                        <a:buSzTx/>
                        <a:buFontTx/>
                        <a:buNone/>
                      </a:pPr>
                      <a:r>
                        <a:rPr sz="2500" b="0" i="0" u="none" strike="noStrike" cap="none" spc="0" baseline="0">
                          <a:ln>
                            <a:noFill/>
                          </a:ln>
                          <a:solidFill>
                            <a:schemeClr val="tx1"/>
                          </a:solidFill>
                          <a:latin typeface="+mn-lt"/>
                          <a:ea typeface="+mn-lt"/>
                          <a:cs typeface="+mn-lt"/>
                        </a:rPr>
                        <a:t>Existing work we can reuse</a:t>
                      </a:r>
                    </a:p>
                  </a:txBody>
                  <a:tcPr marL="0" marR="91440" marT="45720" marB="45720" anchor="ctr">
                    <a:lnL w="12700" cmpd="sng">
                      <a:noFill/>
                    </a:lnL>
                    <a:lnR w="12700" cmpd="sng">
                      <a:noFill/>
                    </a:lnR>
                    <a:lnT w="12700" cmpd="sng">
                      <a:noFill/>
                      <a:prstDash val="solid"/>
                    </a:lnT>
                    <a:lnB w="12700" cmpd="sng">
                      <a:noFill/>
                      <a:prstDash val="solid"/>
                    </a:lnB>
                    <a:lnTlToBr w="12700" cmpd="sng">
                      <a:noFill/>
                      <a:prstDash val="solid"/>
                    </a:lnTlToBr>
                    <a:lnBlToTr w="12700" cmpd="sng">
                      <a:noFill/>
                      <a:prstDash val="solid"/>
                    </a:lnBlToTr>
                    <a:noFill/>
                  </a:tcPr>
                </a:tc>
                <a:tc>
                  <a:txBody>
                    <a:bodyPr/>
                    <a:lstStyle/>
                    <a:p>
                      <a:pPr marL="0" marR="0" lvl="0" indent="0" algn="r" defTabSz="914400">
                        <a:lnSpc>
                          <a:spcPct val="100000"/>
                        </a:lnSpc>
                        <a:spcBef>
                          <a:spcPts val="0"/>
                        </a:spcBef>
                        <a:spcAft>
                          <a:spcPts val="0"/>
                        </a:spcAft>
                        <a:buClrTx/>
                        <a:buSzTx/>
                        <a:buFontTx/>
                        <a:buNone/>
                      </a:pPr>
                      <a:r>
                        <a:rPr sz="2500" b="0" i="0" u="none" strike="noStrike" cap="none" spc="0" baseline="0">
                          <a:ln>
                            <a:noFill/>
                          </a:ln>
                          <a:solidFill>
                            <a:srgbClr val="BCEF59"/>
                          </a:solidFill>
                          <a:latin typeface="+mn-lt"/>
                          <a:ea typeface="+mn-lt"/>
                          <a:cs typeface="+mn-lt"/>
                        </a:rPr>
                        <a:t>Student</a:t>
                      </a:r>
                    </a:p>
                  </a:txBody>
                  <a:tcPr marL="0" marR="91440" marT="45720" marB="45720" anchor="ctr">
                    <a:lnL w="12700" cmpd="sng">
                      <a:noFill/>
                    </a:lnL>
                    <a:lnR w="12700" cmpd="sng">
                      <a:noFill/>
                    </a:lnR>
                    <a:lnT w="12700" cmpd="sng">
                      <a:noFill/>
                      <a:prstDash val="solid"/>
                    </a:lnT>
                    <a:lnB w="12700" cmpd="sng">
                      <a:noFill/>
                      <a:prstDash val="solid"/>
                    </a:lnB>
                    <a:lnTlToBr w="12700" cmpd="sng">
                      <a:noFill/>
                      <a:prstDash val="solid"/>
                    </a:lnTlToBr>
                    <a:lnBlToTr w="12700" cmpd="sng">
                      <a:noFill/>
                      <a:prstDash val="solid"/>
                    </a:lnBlToTr>
                    <a:noFill/>
                  </a:tcPr>
                </a:tc>
              </a:tr>
              <a:tr h="685431">
                <a:tc>
                  <a:txBody>
                    <a:bodyPr/>
                    <a:lstStyle/>
                    <a:p>
                      <a:pPr marL="0" marR="0" lvl="0" indent="0" algn="l" defTabSz="914400">
                        <a:lnSpc>
                          <a:spcPct val="100000"/>
                        </a:lnSpc>
                        <a:spcBef>
                          <a:spcPts val="0"/>
                        </a:spcBef>
                        <a:spcAft>
                          <a:spcPts val="0"/>
                        </a:spcAft>
                        <a:buClrTx/>
                        <a:buSzTx/>
                        <a:buFontTx/>
                        <a:buNone/>
                      </a:pPr>
                      <a:r>
                        <a:rPr sz="2500" b="0" i="0" u="none" strike="noStrike" cap="none" spc="0" baseline="0">
                          <a:ln>
                            <a:noFill/>
                          </a:ln>
                          <a:solidFill>
                            <a:schemeClr val="tx1"/>
                          </a:solidFill>
                          <a:latin typeface="+mn-lt"/>
                          <a:ea typeface="+mn-lt"/>
                          <a:cs typeface="+mn-lt"/>
                        </a:rPr>
                        <a:t>03</a:t>
                      </a:r>
                    </a:p>
                  </a:txBody>
                  <a:tcPr marL="0" marR="91440" marT="45720" marB="45720" anchor="ctr">
                    <a:lnL w="12700" cmpd="sng">
                      <a:noFill/>
                    </a:lnL>
                    <a:lnR w="12700" cmpd="sng">
                      <a:noFill/>
                    </a:lnR>
                    <a:lnT w="12700" cmpd="sng">
                      <a:noFill/>
                      <a:prstDash val="solid"/>
                    </a:lnT>
                    <a:lnB w="12700" cmpd="sng">
                      <a:noFill/>
                      <a:prstDash val="solid"/>
                    </a:lnB>
                    <a:lnTlToBr w="12700" cmpd="sng">
                      <a:noFill/>
                      <a:prstDash val="solid"/>
                    </a:lnTlToBr>
                    <a:lnBlToTr w="12700" cmpd="sng">
                      <a:noFill/>
                      <a:prstDash val="solid"/>
                    </a:lnBlToTr>
                    <a:noFill/>
                  </a:tcPr>
                </a:tc>
                <a:tc>
                  <a:txBody>
                    <a:bodyPr/>
                    <a:lstStyle/>
                    <a:p>
                      <a:pPr marL="0" marR="0" lvl="0" indent="0" algn="l" defTabSz="914400">
                        <a:lnSpc>
                          <a:spcPct val="100000"/>
                        </a:lnSpc>
                        <a:spcBef>
                          <a:spcPts val="0"/>
                        </a:spcBef>
                        <a:spcAft>
                          <a:spcPts val="0"/>
                        </a:spcAft>
                        <a:buClrTx/>
                        <a:buSzTx/>
                        <a:buFontTx/>
                        <a:buNone/>
                      </a:pPr>
                      <a:r>
                        <a:rPr sz="2500" b="0" i="0" u="none" strike="noStrike" cap="none" spc="0" baseline="0">
                          <a:ln>
                            <a:noFill/>
                          </a:ln>
                          <a:solidFill>
                            <a:schemeClr val="tx1"/>
                          </a:solidFill>
                          <a:latin typeface="+mn-lt"/>
                          <a:ea typeface="+mn-lt"/>
                          <a:cs typeface="+mn-lt"/>
                        </a:rPr>
                        <a:t>Monash resources and dataset access</a:t>
                      </a:r>
                    </a:p>
                  </a:txBody>
                  <a:tcPr marL="0" marR="91440" marT="45720" marB="45720" anchor="ctr">
                    <a:lnL w="12700" cmpd="sng">
                      <a:noFill/>
                    </a:lnL>
                    <a:lnR w="12700" cmpd="sng">
                      <a:noFill/>
                    </a:lnR>
                    <a:lnT w="12700" cmpd="sng">
                      <a:noFill/>
                      <a:prstDash val="solid"/>
                    </a:lnT>
                    <a:lnB w="12700" cmpd="sng">
                      <a:noFill/>
                      <a:prstDash val="solid"/>
                    </a:lnB>
                    <a:lnTlToBr w="12700" cmpd="sng">
                      <a:noFill/>
                      <a:prstDash val="solid"/>
                    </a:lnTlToBr>
                    <a:lnBlToTr w="12700" cmpd="sng">
                      <a:noFill/>
                      <a:prstDash val="solid"/>
                    </a:lnBlToTr>
                    <a:noFill/>
                  </a:tcPr>
                </a:tc>
                <a:tc>
                  <a:txBody>
                    <a:bodyPr/>
                    <a:lstStyle/>
                    <a:p>
                      <a:pPr marL="0" marR="0" lvl="0" indent="0" algn="r" defTabSz="914400">
                        <a:lnSpc>
                          <a:spcPct val="100000"/>
                        </a:lnSpc>
                        <a:spcBef>
                          <a:spcPts val="0"/>
                        </a:spcBef>
                        <a:spcAft>
                          <a:spcPts val="0"/>
                        </a:spcAft>
                        <a:buClrTx/>
                        <a:buSzTx/>
                        <a:buFontTx/>
                        <a:buNone/>
                      </a:pPr>
                      <a:r>
                        <a:rPr sz="2500" b="0" i="0" u="none" strike="noStrike" cap="none" spc="0" baseline="0">
                          <a:ln>
                            <a:noFill/>
                          </a:ln>
                          <a:solidFill>
                            <a:srgbClr val="BCEF59"/>
                          </a:solidFill>
                          <a:latin typeface="+mn-lt"/>
                          <a:ea typeface="+mn-lt"/>
                          <a:cs typeface="+mn-lt"/>
                        </a:rPr>
                        <a:t>Supervisor</a:t>
                      </a:r>
                      <a:endParaRPr sz="2500" b="0" i="0" u="none" strike="noStrike" kern="1200" cap="none" spc="0" baseline="0">
                        <a:ln>
                          <a:noFill/>
                        </a:ln>
                        <a:solidFill>
                          <a:srgbClr val="BCEF59"/>
                        </a:solidFill>
                        <a:latin typeface="+mn-lt"/>
                        <a:ea typeface="+mn-lt"/>
                        <a:cs typeface="+mn-lt"/>
                      </a:endParaRPr>
                    </a:p>
                  </a:txBody>
                  <a:tcPr marL="0" marR="91440" marT="45720" marB="45720" anchor="ctr">
                    <a:lnL w="12700" cmpd="sng">
                      <a:noFill/>
                    </a:lnL>
                    <a:lnR w="12700" cmpd="sng">
                      <a:noFill/>
                    </a:lnR>
                    <a:lnT w="12700" cmpd="sng">
                      <a:noFill/>
                      <a:prstDash val="solid"/>
                    </a:lnT>
                    <a:lnB w="12700" cmpd="sng">
                      <a:noFill/>
                      <a:prstDash val="solid"/>
                    </a:lnB>
                    <a:lnTlToBr w="12700" cmpd="sng">
                      <a:noFill/>
                      <a:prstDash val="solid"/>
                    </a:lnTlToBr>
                    <a:lnBlToTr w="12700" cmpd="sng">
                      <a:noFill/>
                      <a:prstDash val="solid"/>
                    </a:lnBlToTr>
                    <a:noFill/>
                  </a:tcPr>
                </a:tc>
              </a:tr>
              <a:tr h="685431">
                <a:tc>
                  <a:txBody>
                    <a:bodyPr/>
                    <a:lstStyle/>
                    <a:p>
                      <a:pPr marL="0" marR="0" lvl="0" indent="0" algn="l" defTabSz="914400">
                        <a:lnSpc>
                          <a:spcPct val="100000"/>
                        </a:lnSpc>
                        <a:spcBef>
                          <a:spcPts val="0"/>
                        </a:spcBef>
                        <a:spcAft>
                          <a:spcPts val="0"/>
                        </a:spcAft>
                        <a:buClrTx/>
                        <a:buSzTx/>
                        <a:buFontTx/>
                        <a:buNone/>
                      </a:pPr>
                      <a:r>
                        <a:rPr sz="2500" b="0" i="0" u="none" strike="noStrike" cap="none" spc="0" baseline="0">
                          <a:ln>
                            <a:noFill/>
                          </a:ln>
                          <a:solidFill>
                            <a:schemeClr val="tx1"/>
                          </a:solidFill>
                          <a:latin typeface="+mn-lt"/>
                          <a:ea typeface="+mn-lt"/>
                          <a:cs typeface="+mn-lt"/>
                        </a:rPr>
                        <a:t>04</a:t>
                      </a:r>
                    </a:p>
                  </a:txBody>
                  <a:tcPr marL="0" marR="91440" marT="45720" marB="45720" anchor="ctr">
                    <a:lnL w="12700" cmpd="sng">
                      <a:noFill/>
                    </a:lnL>
                    <a:lnR w="12700" cmpd="sng">
                      <a:noFill/>
                    </a:lnR>
                    <a:lnT w="12700" cmpd="sng">
                      <a:noFill/>
                      <a:prstDash val="solid"/>
                    </a:lnT>
                    <a:lnB w="12700" cmpd="sng">
                      <a:noFill/>
                      <a:prstDash val="solid"/>
                    </a:lnB>
                    <a:lnTlToBr w="12700" cmpd="sng">
                      <a:noFill/>
                      <a:prstDash val="solid"/>
                    </a:lnTlToBr>
                    <a:lnBlToTr w="12700" cmpd="sng">
                      <a:noFill/>
                      <a:prstDash val="solid"/>
                    </a:lnBlToTr>
                    <a:noFill/>
                  </a:tcPr>
                </a:tc>
                <a:tc>
                  <a:txBody>
                    <a:bodyPr/>
                    <a:lstStyle/>
                    <a:p>
                      <a:pPr marL="0" marR="0" lvl="0" indent="0" algn="l" defTabSz="914400">
                        <a:lnSpc>
                          <a:spcPct val="100000"/>
                        </a:lnSpc>
                        <a:spcBef>
                          <a:spcPts val="0"/>
                        </a:spcBef>
                        <a:spcAft>
                          <a:spcPts val="0"/>
                        </a:spcAft>
                        <a:buClrTx/>
                        <a:buSzTx/>
                        <a:buFontTx/>
                        <a:buNone/>
                      </a:pPr>
                      <a:r>
                        <a:rPr sz="2500" b="0" i="0" u="none" strike="noStrike" cap="none" spc="0" baseline="0">
                          <a:ln>
                            <a:noFill/>
                          </a:ln>
                          <a:solidFill>
                            <a:schemeClr val="tx1"/>
                          </a:solidFill>
                          <a:latin typeface="+mn-lt"/>
                          <a:ea typeface="+mn-lt"/>
                          <a:cs typeface="+mn-lt"/>
                        </a:rPr>
                        <a:t>One controlled model comparison</a:t>
                      </a:r>
                    </a:p>
                  </a:txBody>
                  <a:tcPr marL="0" marR="91440" marT="45720" marB="45720" anchor="ctr">
                    <a:lnL w="12700" cmpd="sng">
                      <a:noFill/>
                    </a:lnL>
                    <a:lnR w="12700" cmpd="sng">
                      <a:noFill/>
                    </a:lnR>
                    <a:lnT w="12700" cmpd="sng">
                      <a:noFill/>
                      <a:prstDash val="solid"/>
                    </a:lnT>
                    <a:lnB w="12700" cmpd="sng">
                      <a:noFill/>
                      <a:prstDash val="solid"/>
                    </a:lnB>
                    <a:lnTlToBr w="12700" cmpd="sng">
                      <a:noFill/>
                      <a:prstDash val="solid"/>
                    </a:lnTlToBr>
                    <a:lnBlToTr w="12700" cmpd="sng">
                      <a:noFill/>
                      <a:prstDash val="solid"/>
                    </a:lnBlToTr>
                    <a:noFill/>
                  </a:tcPr>
                </a:tc>
                <a:tc>
                  <a:txBody>
                    <a:bodyPr/>
                    <a:lstStyle/>
                    <a:p>
                      <a:pPr marL="0" marR="0" lvl="0" indent="0" algn="r" defTabSz="914400">
                        <a:lnSpc>
                          <a:spcPct val="100000"/>
                        </a:lnSpc>
                        <a:spcBef>
                          <a:spcPts val="0"/>
                        </a:spcBef>
                        <a:spcAft>
                          <a:spcPts val="0"/>
                        </a:spcAft>
                        <a:buClrTx/>
                        <a:buSzTx/>
                        <a:buFontTx/>
                        <a:buNone/>
                      </a:pPr>
                      <a:r>
                        <a:rPr sz="2500" b="0" i="0" u="none" strike="noStrike" cap="none" spc="0" baseline="0">
                          <a:ln>
                            <a:noFill/>
                          </a:ln>
                          <a:solidFill>
                            <a:srgbClr val="BCEF59"/>
                          </a:solidFill>
                          <a:latin typeface="+mn-lt"/>
                          <a:ea typeface="+mn-lt"/>
                          <a:cs typeface="+mn-lt"/>
                        </a:rPr>
                        <a:t>Student</a:t>
                      </a:r>
                    </a:p>
                  </a:txBody>
                  <a:tcPr marL="0" marR="91440" marT="45720" marB="45720" anchor="ctr">
                    <a:lnL w="12700" cmpd="sng">
                      <a:noFill/>
                    </a:lnL>
                    <a:lnR w="12700" cmpd="sng">
                      <a:noFill/>
                    </a:lnR>
                    <a:lnT w="12700" cmpd="sng">
                      <a:noFill/>
                      <a:prstDash val="solid"/>
                    </a:lnT>
                    <a:lnB w="12700" cmpd="sng">
                      <a:noFill/>
                      <a:prstDash val="solid"/>
                    </a:lnB>
                    <a:lnTlToBr w="12700" cmpd="sng">
                      <a:noFill/>
                      <a:prstDash val="solid"/>
                    </a:lnTlToBr>
                    <a:lnBlToTr w="12700" cmpd="sng">
                      <a:noFill/>
                      <a:prstDash val="solid"/>
                    </a:lnBlToTr>
                    <a:noFill/>
                  </a:tcPr>
                </a:tc>
              </a:tr>
              <a:tr h="685431">
                <a:tc>
                  <a:txBody>
                    <a:bodyPr/>
                    <a:lstStyle/>
                    <a:p>
                      <a:pPr marL="0" marR="0" lvl="0" indent="0" algn="l" defTabSz="914400">
                        <a:lnSpc>
                          <a:spcPct val="100000"/>
                        </a:lnSpc>
                        <a:spcBef>
                          <a:spcPts val="0"/>
                        </a:spcBef>
                        <a:spcAft>
                          <a:spcPts val="0"/>
                        </a:spcAft>
                        <a:buClrTx/>
                        <a:buSzTx/>
                        <a:buFontTx/>
                        <a:buNone/>
                      </a:pPr>
                      <a:r>
                        <a:rPr sz="2500" b="0" i="0" u="none" strike="noStrike" cap="none" spc="0" baseline="0">
                          <a:ln>
                            <a:noFill/>
                          </a:ln>
                          <a:solidFill>
                            <a:schemeClr val="tx1"/>
                          </a:solidFill>
                          <a:latin typeface="+mn-lt"/>
                          <a:ea typeface="+mn-lt"/>
                          <a:cs typeface="+mn-lt"/>
                        </a:rPr>
                        <a:t>05</a:t>
                      </a:r>
                    </a:p>
                  </a:txBody>
                  <a:tcPr marL="0" marR="91440" marT="45720" marB="45720" anchor="ctr">
                    <a:lnL w="12700" cmpd="sng">
                      <a:noFill/>
                    </a:lnL>
                    <a:lnR w="12700" cmpd="sng">
                      <a:noFill/>
                    </a:lnR>
                    <a:lnT w="12700" cmpd="sng">
                      <a:noFill/>
                      <a:prstDash val="solid"/>
                    </a:lnT>
                    <a:lnB w="12700" cmpd="sng">
                      <a:noFill/>
                      <a:prstDash val="solid"/>
                    </a:lnB>
                    <a:lnTlToBr w="12700" cmpd="sng">
                      <a:noFill/>
                      <a:prstDash val="solid"/>
                    </a:lnTlToBr>
                    <a:lnBlToTr w="12700" cmpd="sng">
                      <a:noFill/>
                      <a:prstDash val="solid"/>
                    </a:lnBlToTr>
                    <a:noFill/>
                  </a:tcPr>
                </a:tc>
                <a:tc>
                  <a:txBody>
                    <a:bodyPr/>
                    <a:lstStyle/>
                    <a:p>
                      <a:pPr marL="0" marR="0" lvl="0" indent="0" algn="l" defTabSz="914400">
                        <a:lnSpc>
                          <a:spcPct val="100000"/>
                        </a:lnSpc>
                        <a:spcBef>
                          <a:spcPts val="0"/>
                        </a:spcBef>
                        <a:spcAft>
                          <a:spcPts val="0"/>
                        </a:spcAft>
                        <a:buClrTx/>
                        <a:buSzTx/>
                        <a:buFontTx/>
                        <a:buNone/>
                      </a:pPr>
                      <a:r>
                        <a:rPr sz="2500" b="0" i="0" u="none" strike="noStrike" cap="none" spc="0" baseline="0">
                          <a:ln>
                            <a:noFill/>
                          </a:ln>
                          <a:solidFill>
                            <a:schemeClr val="tx1"/>
                          </a:solidFill>
                          <a:latin typeface="+mn-lt"/>
                          <a:ea typeface="+mn-lt"/>
                          <a:cs typeface="+mn-lt"/>
                        </a:rPr>
                        <a:t>Milestones and optional team roles</a:t>
                      </a:r>
                    </a:p>
                  </a:txBody>
                  <a:tcPr marL="0" marR="91440" marT="45720" marB="45720" anchor="ctr">
                    <a:lnL w="12700" cmpd="sng">
                      <a:noFill/>
                    </a:lnL>
                    <a:lnR w="12700" cmpd="sng">
                      <a:noFill/>
                    </a:lnR>
                    <a:lnT w="12700" cmpd="sng">
                      <a:noFill/>
                      <a:prstDash val="solid"/>
                    </a:lnT>
                    <a:lnB w="12700" cmpd="sng">
                      <a:noFill/>
                      <a:prstDash val="solid"/>
                    </a:lnB>
                    <a:lnTlToBr w="12700" cmpd="sng">
                      <a:noFill/>
                      <a:prstDash val="solid"/>
                    </a:lnTlToBr>
                    <a:lnBlToTr w="12700" cmpd="sng">
                      <a:noFill/>
                      <a:prstDash val="solid"/>
                    </a:lnBlToTr>
                    <a:noFill/>
                  </a:tcPr>
                </a:tc>
                <a:tc>
                  <a:txBody>
                    <a:bodyPr/>
                    <a:lstStyle/>
                    <a:p>
                      <a:pPr marL="0" marR="0" lvl="0" indent="0" algn="r" defTabSz="914400">
                        <a:lnSpc>
                          <a:spcPct val="100000"/>
                        </a:lnSpc>
                        <a:spcBef>
                          <a:spcPts val="0"/>
                        </a:spcBef>
                        <a:spcAft>
                          <a:spcPts val="0"/>
                        </a:spcAft>
                        <a:buClrTx/>
                        <a:buSzTx/>
                        <a:buFontTx/>
                        <a:buNone/>
                      </a:pPr>
                      <a:r>
                        <a:rPr sz="2500" b="0" i="0" u="none" strike="noStrike" cap="none" spc="0" baseline="0">
                          <a:ln>
                            <a:noFill/>
                          </a:ln>
                          <a:solidFill>
                            <a:srgbClr val="BCEF59"/>
                          </a:solidFill>
                          <a:latin typeface="+mn-lt"/>
                          <a:ea typeface="+mn-lt"/>
                          <a:cs typeface="+mn-lt"/>
                        </a:rPr>
                        <a:t>Team</a:t>
                      </a:r>
                    </a:p>
                  </a:txBody>
                  <a:tcPr marL="0" marR="91440" marT="45720" marB="45720" anchor="ctr">
                    <a:lnL w="12700" cmpd="sng">
                      <a:noFill/>
                    </a:lnL>
                    <a:lnR w="12700" cmpd="sng">
                      <a:noFill/>
                    </a:lnR>
                    <a:lnT w="12700" cmpd="sng">
                      <a:noFill/>
                      <a:prstDash val="solid"/>
                    </a:lnT>
                    <a:lnB w="12700" cmpd="sng">
                      <a:noFill/>
                      <a:prstDash val="solid"/>
                    </a:lnB>
                    <a:lnTlToBr w="12700" cmpd="sng">
                      <a:noFill/>
                      <a:prstDash val="solid"/>
                    </a:lnTlToBr>
                    <a:lnBlToTr w="12700" cmpd="sng">
                      <a:noFill/>
                      <a:prstDash val="solid"/>
                    </a:lnBlToTr>
                    <a:noFill/>
                  </a:tcPr>
                </a:tc>
              </a:tr>
              <a:tr h="685431">
                <a:tc>
                  <a:txBody>
                    <a:bodyPr/>
                    <a:lstStyle/>
                    <a:p>
                      <a:pPr marL="0" marR="0" lvl="0" indent="0" algn="l" defTabSz="914400">
                        <a:lnSpc>
                          <a:spcPct val="100000"/>
                        </a:lnSpc>
                        <a:spcBef>
                          <a:spcPts val="0"/>
                        </a:spcBef>
                        <a:spcAft>
                          <a:spcPts val="0"/>
                        </a:spcAft>
                        <a:buClrTx/>
                        <a:buSzTx/>
                        <a:buFontTx/>
                        <a:buNone/>
                      </a:pPr>
                      <a:r>
                        <a:rPr sz="2500" b="0" i="0" u="none" strike="noStrike" cap="none" spc="0" baseline="0">
                          <a:ln>
                            <a:noFill/>
                          </a:ln>
                          <a:solidFill>
                            <a:schemeClr val="tx1"/>
                          </a:solidFill>
                          <a:latin typeface="+mn-lt"/>
                          <a:ea typeface="+mn-lt"/>
                          <a:cs typeface="+mn-lt"/>
                        </a:rPr>
                        <a:t>06</a:t>
                      </a:r>
                    </a:p>
                  </a:txBody>
                  <a:tcPr marL="0" marR="91440" marT="45720" marB="45720" anchor="ctr">
                    <a:lnL w="12700" cmpd="sng">
                      <a:noFill/>
                    </a:lnL>
                    <a:lnR w="12700" cmpd="sng">
                      <a:noFill/>
                    </a:lnR>
                    <a:lnT w="12700" cmpd="sng">
                      <a:noFill/>
                      <a:prstDash val="solid"/>
                    </a:lnT>
                    <a:lnB w="12700" cmpd="sng">
                      <a:noFill/>
                      <a:prstDash val="solid"/>
                    </a:lnB>
                    <a:lnTlToBr w="12700" cmpd="sng">
                      <a:noFill/>
                      <a:prstDash val="solid"/>
                    </a:lnTlToBr>
                    <a:lnBlToTr w="12700" cmpd="sng">
                      <a:noFill/>
                      <a:prstDash val="solid"/>
                    </a:lnBlToTr>
                    <a:noFill/>
                  </a:tcPr>
                </a:tc>
                <a:tc>
                  <a:txBody>
                    <a:bodyPr/>
                    <a:lstStyle/>
                    <a:p>
                      <a:pPr marL="0" marR="0" lvl="0" indent="0" algn="l" defTabSz="914400">
                        <a:lnSpc>
                          <a:spcPct val="100000"/>
                        </a:lnSpc>
                        <a:spcBef>
                          <a:spcPts val="0"/>
                        </a:spcBef>
                        <a:spcAft>
                          <a:spcPts val="0"/>
                        </a:spcAft>
                        <a:buClrTx/>
                        <a:buSzTx/>
                        <a:buFontTx/>
                        <a:buNone/>
                      </a:pPr>
                      <a:r>
                        <a:rPr sz="2500" b="0" i="0" u="none" strike="noStrike" cap="none" spc="0" baseline="0">
                          <a:ln>
                            <a:noFill/>
                          </a:ln>
                          <a:solidFill>
                            <a:schemeClr val="tx1"/>
                          </a:solidFill>
                          <a:latin typeface="+mn-lt"/>
                          <a:ea typeface="+mn-lt"/>
                          <a:cs typeface="+mn-lt"/>
                        </a:rPr>
                        <a:t>Learning, risks and first decisions</a:t>
                      </a:r>
                    </a:p>
                  </a:txBody>
                  <a:tcPr marL="0" marR="91440" marT="45720" marB="45720" anchor="ctr">
                    <a:lnL w="12700" cmpd="sng">
                      <a:noFill/>
                    </a:lnL>
                    <a:lnR w="12700" cmpd="sng">
                      <a:noFill/>
                    </a:lnR>
                    <a:lnT w="12700" cmpd="sng">
                      <a:noFill/>
                      <a:prstDash val="solid"/>
                    </a:lnT>
                    <a:lnB w="12700" cmpd="sng">
                      <a:noFill/>
                      <a:prstDash val="solid"/>
                    </a:lnB>
                    <a:lnTlToBr w="12700" cmpd="sng">
                      <a:noFill/>
                      <a:prstDash val="solid"/>
                    </a:lnTlToBr>
                    <a:lnBlToTr w="12700" cmpd="sng">
                      <a:noFill/>
                      <a:prstDash val="solid"/>
                    </a:lnBlToTr>
                    <a:noFill/>
                  </a:tcPr>
                </a:tc>
                <a:tc>
                  <a:txBody>
                    <a:bodyPr/>
                    <a:lstStyle/>
                    <a:p>
                      <a:pPr marL="0" marR="0" lvl="0" indent="0" algn="r" defTabSz="914400">
                        <a:lnSpc>
                          <a:spcPct val="100000"/>
                        </a:lnSpc>
                        <a:spcBef>
                          <a:spcPts val="0"/>
                        </a:spcBef>
                        <a:spcAft>
                          <a:spcPts val="0"/>
                        </a:spcAft>
                        <a:buClrTx/>
                        <a:buSzTx/>
                        <a:buFontTx/>
                        <a:buNone/>
                      </a:pPr>
                      <a:r>
                        <a:rPr sz="2500" b="0" i="0" u="none" strike="noStrike" cap="none" spc="0" baseline="0">
                          <a:ln>
                            <a:noFill/>
                          </a:ln>
                          <a:solidFill>
                            <a:srgbClr val="BCEF59"/>
                          </a:solidFill>
                          <a:latin typeface="+mn-lt"/>
                          <a:ea typeface="+mn-lt"/>
                          <a:cs typeface="+mn-lt"/>
                        </a:rPr>
                        <a:t>Together</a:t>
                      </a:r>
                    </a:p>
                  </a:txBody>
                  <a:tcPr marL="0" marR="91440" marT="45720" marB="45720" anchor="ctr">
                    <a:lnL w="12700" cmpd="sng">
                      <a:noFill/>
                    </a:lnL>
                    <a:lnR w="12700" cmpd="sng">
                      <a:noFill/>
                    </a:lnR>
                    <a:lnT w="12700" cmpd="sng">
                      <a:noFill/>
                      <a:prstDash val="solid"/>
                    </a:lnT>
                    <a:lnB w="12700" cmpd="sng">
                      <a:noFill/>
                      <a:prstDash val="solid"/>
                    </a:lnB>
                    <a:lnTlToBr w="12700" cmpd="sng">
                      <a:noFill/>
                      <a:prstDash val="solid"/>
                    </a:lnTlToBr>
                    <a:lnBlToTr w="12700" cmpd="sng">
                      <a:noFill/>
                      <a:prstDash val="solid"/>
                    </a:lnBlToTr>
                    <a:noFill/>
                  </a:tcPr>
                </a:tc>
              </a:tr>
            </a:tbl>
          </a:graphicData>
        </a:graphic>
      </p:graphicFrame>
    </p:spTree>
    <p:extLst>
      <p:ext uri="{BB962C8B-B14F-4D97-AF65-F5344CB8AC3E}">
        <p14:creationId xmlns:p14="http://schemas.microsoft.com/office/powerpoint/2010/main" val="2915877402"/>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5" name="Footer Placeholder 4">
            <a:extLst xmlns:a="http://schemas.openxmlformats.org/drawingml/2006/main">
              <a:ext uri="{FF2B5EF4-FFF2-40B4-BE49-F238E27FC236}">
                <a16:creationId xmlns:a16="http://schemas.microsoft.com/office/drawing/2014/main" id="{3E20367F-43F2-7564-3994-7F969BF46CE8}"/>
              </a:ext>
            </a:extLst>
          </p:cNvPr>
          <p:cNvSpPr>
            <a:spLocks xmlns:a="http://schemas.openxmlformats.org/drawingml/2006/main" noGrp="1"/>
          </p:cNvSpPr>
          <p:nvPr>
            <p:ph type="ftr" idx="3"/>
          </p:nvPr>
        </p:nvSpPr>
        <p:spPr/>
        <p:txBody>
          <a:bodyPr xmlns:a="http://schemas.openxmlformats.org/drawingml/2006/main"/>
          <a:lstStyle xmlns:a="http://schemas.openxmlformats.org/drawingml/2006/main"/>
          <a:p xmlns:a="http://schemas.openxmlformats.org/drawingml/2006/main">
            <a:endParaRPr/>
          </a:p>
        </p:txBody>
      </p:sp>
      <p:sp>
        <p:nvSpPr>
          <p:cNvPr id="532" name="Google Shape;532;p58">
            <a:extLst xmlns:a="http://schemas.openxmlformats.org/drawingml/2006/main">
              <a:ext uri="{FF2B5EF4-FFF2-40B4-BE49-F238E27FC236}">
                <a16:creationId xmlns:a16="http://schemas.microsoft.com/office/drawing/2014/main" id="{D4C92004-F6FC-8FE6-BAD5-82F7D96E79D7}"/>
              </a:ext>
            </a:extLst>
          </p:cNvPr>
          <p:cNvSpPr>
            <a:spLocks xmlns:a="http://schemas.openxmlformats.org/drawingml/2006/main" noGrp="1"/>
          </p:cNvSpPr>
          <p:nvPr>
            <p:ph type="sldNum" idx="4"/>
          </p:nvPr>
        </p:nvSpPr>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fld id="{00000000-1234-1234-1234-123412341234}" type="slidenum">
              <a:t>3</a:t>
            </a:fld>
            <a:endParaRPr/>
          </a:p>
        </p:txBody>
      </p:sp>
      <p:sp>
        <p:nvSpPr>
          <p:cNvPr id="533" name="Google Shape;533;p58">
            <a:extLst xmlns:a="http://schemas.openxmlformats.org/drawingml/2006/main">
              <a:ext uri="{FF2B5EF4-FFF2-40B4-BE49-F238E27FC236}">
                <a16:creationId xmlns:a16="http://schemas.microsoft.com/office/drawing/2014/main" id="{3A80AAE9-99DA-415B-48E5-DF2948540391}"/>
              </a:ext>
            </a:extLst>
          </p:cNvPr>
          <p:cNvSpPr>
            <a:spLocks xmlns:a="http://schemas.openxmlformats.org/drawingml/2006/main" noGrp="1"/>
          </p:cNvSpPr>
          <p:nvPr>
            <p:ph type="title" idx="0"/>
          </p:nvPr>
        </p:nvSpPr>
        <p:spPr>
          <a:xfrm xmlns:a="http://schemas.openxmlformats.org/drawingml/2006/main">
            <a:off x="393668" y="344043"/>
            <a:ext cx="11404568" cy="1047464"/>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r>
              <a:t>The core project</a:t>
            </a:r>
          </a:p>
        </p:txBody>
      </p:sp>
      <p:sp>
        <p:nvSpPr>
          <p:cNvPr id="2" name="Google Shape;534;p58">
            <a:extLst xmlns:a="http://schemas.openxmlformats.org/drawingml/2006/main">
              <a:ext uri="{FF2B5EF4-FFF2-40B4-BE49-F238E27FC236}">
                <a16:creationId xmlns:a16="http://schemas.microsoft.com/office/drawing/2014/main" id="{D4EE2969-B7C7-0C70-E299-B866E67DBC36}"/>
              </a:ext>
            </a:extLst>
          </p:cNvPr>
          <p:cNvSpPr>
            <a:spLocks xmlns:a="http://schemas.openxmlformats.org/drawingml/2006/main" noGrp="1"/>
          </p:cNvSpPr>
          <p:nvPr/>
        </p:nvSpPr>
        <p:spPr>
          <a:xfrm xmlns:a="http://schemas.openxmlformats.org/drawingml/2006/main">
            <a:off x="393668" y="1684877"/>
            <a:ext cx="5537168" cy="1744123"/>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pPr>
            <a:r>
              <a:rPr>
                <a:solidFill>
                  <a:srgbClr val="BCEF59"/>
                </a:solidFill>
                <a:latin typeface="Inter"/>
                <a:ea typeface="Inter"/>
                <a:cs typeface="Inter"/>
              </a:rPr>
              <a:t>A question we can answer</a:t>
            </a:r>
          </a:p>
          <a:p xmlns:a="http://schemas.openxmlformats.org/drawingml/2006/main">
            <a:pPr marL="0" indent="0">
              <a:lnSpc>
                <a:spcPct val="114000"/>
              </a:lnSpc>
              <a:spcBef>
                <a:spcPts val="0"/>
              </a:spcBef>
              <a:spcAft>
                <a:spcPts val="800"/>
              </a:spcAft>
              <a:buFont typeface="Arial"/>
              <a:buNone/>
            </a:pPr>
            <a:r>
              <a:rPr sz="1700">
                <a:latin typeface="Inter"/>
                <a:ea typeface="Inter"/>
                <a:cs typeface="Inter"/>
              </a:rPr>
              <a:t>Can EEG features predict reported sleep experience in unseen participants? Compare a simple spectral classifier with a tiny transformer.</a:t>
            </a:r>
          </a:p>
        </p:txBody>
      </p:sp>
      <p:sp>
        <p:nvSpPr>
          <p:cNvPr id="3" name="Google Shape;534;p58">
            <a:extLst xmlns:a="http://schemas.openxmlformats.org/drawingml/2006/main">
              <a:ext uri="{FF2B5EF4-FFF2-40B4-BE49-F238E27FC236}">
                <a16:creationId xmlns:a16="http://schemas.microsoft.com/office/drawing/2014/main" id="{72A34455-41AC-E436-D08C-DBCA262EF4C8}"/>
              </a:ext>
            </a:extLst>
          </p:cNvPr>
          <p:cNvSpPr>
            <a:spLocks xmlns:a="http://schemas.openxmlformats.org/drawingml/2006/main" noGrp="1"/>
          </p:cNvSpPr>
          <p:nvPr/>
        </p:nvSpPr>
        <p:spPr>
          <a:xfrm xmlns:a="http://schemas.openxmlformats.org/drawingml/2006/main">
            <a:off x="393668" y="3855815"/>
            <a:ext cx="5537168" cy="1744123"/>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pPr>
            <a:r>
              <a:rPr>
                <a:solidFill>
                  <a:srgbClr val="BCEF59"/>
                </a:solidFill>
                <a:latin typeface="Inter"/>
                <a:ea typeface="Inter"/>
                <a:cs typeface="Inter"/>
              </a:rPr>
              <a:t>A result we can demonstrate</a:t>
            </a:r>
          </a:p>
          <a:p xmlns:a="http://schemas.openxmlformats.org/drawingml/2006/main">
            <a:pPr marL="0" indent="0">
              <a:lnSpc>
                <a:spcPct val="114000"/>
              </a:lnSpc>
              <a:spcBef>
                <a:spcPts val="0"/>
              </a:spcBef>
              <a:spcAft>
                <a:spcPts val="800"/>
              </a:spcAft>
              <a:buFont typeface="Arial"/>
              <a:buNone/>
            </a:pPr>
            <a:r>
              <a:rPr sz="1700">
                <a:latin typeface="Inter"/>
                <a:ea typeface="Inter"/>
                <a:cs typeface="Inter"/>
              </a:rPr>
              <a:t>Build an EEG model-comparison viewer. Show the features, report labels, predictions and failure cases. Keep EEG-to-BOLD as a separate extension.</a:t>
            </a:r>
          </a:p>
        </p:txBody>
      </p:sp>
      <p:sp>
        <p:nvSpPr>
          <p:cNvPr id="534" name="diagram-input">
            <a:extLst xmlns:a="http://schemas.openxmlformats.org/drawingml/2006/main">
              <a:ext uri="{FF2B5EF4-FFF2-40B4-BE49-F238E27FC236}">
                <a16:creationId xmlns:a16="http://schemas.microsoft.com/office/drawing/2014/main" id="{4F79B8DC-C123-4C49-BDBA-0DF4EFB3421C}"/>
              </a:ext>
            </a:extLst>
          </p:cNvPr>
          <p:cNvSpPr>
            <a:spLocks xmlns:a="http://schemas.openxmlformats.org/drawingml/2006/main" noGrp="1"/>
          </p:cNvSpPr>
          <p:nvPr/>
        </p:nvSpPr>
        <p:spPr>
          <a:xfrm xmlns:a="http://schemas.openxmlformats.org/drawingml/2006/main">
            <a:off x="6572250" y="876300"/>
            <a:ext cx="4953000" cy="904875"/>
          </a:xfrm>
          <a:prstGeom xmlns:a="http://schemas.openxmlformats.org/drawingml/2006/main" prst="roundRect">
            <a:avLst>
              <a:gd name="adj" fmla="val 8421"/>
            </a:avLst>
          </a:prstGeom>
          <a:solidFill xmlns:a="http://schemas.openxmlformats.org/drawingml/2006/main">
            <a:srgbClr val="284638"/>
          </a:solidFill>
          <a:ln xmlns:a="http://schemas.openxmlformats.org/drawingml/2006/main" w="0">
            <a:noFill/>
            <a:prstDash val="solid"/>
          </a:ln>
        </p:spPr>
        <p:txBody>
          <a:bodyPr xmlns:a="http://schemas.openxmlformats.org/drawingml/2006/main" lIns="114300" tIns="114300" rIns="114300" bIns="114300" anchor="ctr"/>
          <a:lstStyle xmlns:a="http://schemas.openxmlformats.org/drawingml/2006/main">
            <a:defPPr algn="ctr">
              <a:defRPr sz="1725">
                <a:solidFill>
                  <a:srgbClr val="FFFFFF"/>
                </a:solidFill>
                <a:latin typeface="Inter"/>
                <a:ea typeface="Inter"/>
                <a:cs typeface="Inter"/>
              </a:defRPr>
            </a:defPPr>
            <a:lvl1pPr algn="ctr">
              <a:defRPr sz="1725">
                <a:solidFill>
                  <a:srgbClr val="FFFFFF"/>
                </a:solidFill>
                <a:latin typeface="Inter"/>
                <a:ea typeface="Inter"/>
                <a:cs typeface="Inter"/>
              </a:defRPr>
            </a:lvl1pPr>
            <a:lvl2pPr algn="ctr">
              <a:defRPr sz="1725">
                <a:solidFill>
                  <a:srgbClr val="FFFFFF"/>
                </a:solidFill>
                <a:latin typeface="Inter"/>
                <a:ea typeface="Inter"/>
                <a:cs typeface="Inter"/>
              </a:defRPr>
            </a:lvl2pPr>
            <a:lvl3pPr algn="ctr">
              <a:defRPr sz="1725">
                <a:solidFill>
                  <a:srgbClr val="FFFFFF"/>
                </a:solidFill>
                <a:latin typeface="Inter"/>
                <a:ea typeface="Inter"/>
                <a:cs typeface="Inter"/>
              </a:defRPr>
            </a:lvl3pPr>
            <a:lvl4pPr algn="ctr">
              <a:defRPr sz="1725">
                <a:solidFill>
                  <a:srgbClr val="FFFFFF"/>
                </a:solidFill>
                <a:latin typeface="Inter"/>
                <a:ea typeface="Inter"/>
                <a:cs typeface="Inter"/>
              </a:defRPr>
            </a:lvl4pPr>
            <a:lvl5pPr algn="ctr">
              <a:defRPr sz="1725">
                <a:solidFill>
                  <a:srgbClr val="FFFFFF"/>
                </a:solidFill>
                <a:latin typeface="Inter"/>
                <a:ea typeface="Inter"/>
                <a:cs typeface="Inter"/>
              </a:defRPr>
            </a:lvl5pPr>
            <a:lvl6pPr algn="ctr">
              <a:defRPr sz="1725">
                <a:solidFill>
                  <a:srgbClr val="FFFFFF"/>
                </a:solidFill>
                <a:latin typeface="Inter"/>
                <a:ea typeface="Inter"/>
                <a:cs typeface="Inter"/>
              </a:defRPr>
            </a:lvl6pPr>
            <a:lvl7pPr algn="ctr">
              <a:defRPr sz="1725">
                <a:solidFill>
                  <a:srgbClr val="FFFFFF"/>
                </a:solidFill>
                <a:latin typeface="Inter"/>
                <a:ea typeface="Inter"/>
                <a:cs typeface="Inter"/>
              </a:defRPr>
            </a:lvl7pPr>
            <a:lvl8pPr algn="ctr">
              <a:defRPr sz="1725">
                <a:solidFill>
                  <a:srgbClr val="FFFFFF"/>
                </a:solidFill>
                <a:latin typeface="Inter"/>
                <a:ea typeface="Inter"/>
                <a:cs typeface="Inter"/>
              </a:defRPr>
            </a:lvl8pPr>
            <a:lvl9pPr algn="ctr">
              <a:defRPr sz="1725">
                <a:solidFill>
                  <a:srgbClr val="FFFFFF"/>
                </a:solidFill>
                <a:latin typeface="Inter"/>
                <a:ea typeface="Inter"/>
                <a:cs typeface="Inter"/>
              </a:defRPr>
            </a:lvl9pPr>
          </a:lstStyle>
          <a:p xmlns:a="http://schemas.openxmlformats.org/drawingml/2006/main">
            <a:pPr algn="ctr">
              <a:defRPr sz="1725">
                <a:solidFill>
                  <a:srgbClr val="FFFFFF"/>
                </a:solidFill>
                <a:latin typeface="Inter"/>
                <a:ea typeface="Inter"/>
                <a:cs typeface="Inter"/>
              </a:defRPr>
            </a:pPr>
            <a:r>
              <a:rPr sz="1725">
                <a:solidFill>
                  <a:srgbClr val="FFFFFF"/>
                </a:solidFill>
                <a:latin typeface="Inter"/>
                <a:ea typeface="Inter"/>
                <a:cs typeface="Inter"/>
              </a:rPr>
              <a:t>DREAM EEG and report labels</a:t>
            </a:r>
          </a:p>
          <a:p xmlns:a="http://schemas.openxmlformats.org/drawingml/2006/main">
            <a:pPr algn="ctr">
              <a:defRPr sz="1725">
                <a:solidFill>
                  <a:srgbClr val="FFFFFF"/>
                </a:solidFill>
                <a:latin typeface="Inter"/>
                <a:ea typeface="Inter"/>
                <a:cs typeface="Inter"/>
              </a:defRPr>
            </a:pPr>
            <a:r>
              <a:rPr sz="1725">
                <a:solidFill>
                  <a:srgbClr val="FFFFFF"/>
                </a:solidFill>
                <a:latin typeface="Inter"/>
                <a:ea typeface="Inter"/>
                <a:cs typeface="Inter"/>
              </a:rPr>
              <a:t>Audit people, cases and sleep stages</a:t>
            </a:r>
          </a:p>
        </p:txBody>
      </p:sp>
      <p:sp>
        <p:nvSpPr>
          <p:cNvPr id="535" name="diagram-features">
            <a:extLst xmlns:a="http://schemas.openxmlformats.org/drawingml/2006/main">
              <a:ext uri="{FF2B5EF4-FFF2-40B4-BE49-F238E27FC236}">
                <a16:creationId xmlns:a16="http://schemas.microsoft.com/office/drawing/2014/main" id="{0CFE9CC4-B655-467F-BC6A-37574073B7DC}"/>
              </a:ext>
            </a:extLst>
          </p:cNvPr>
          <p:cNvSpPr>
            <a:spLocks xmlns:a="http://schemas.openxmlformats.org/drawingml/2006/main" noGrp="1"/>
          </p:cNvSpPr>
          <p:nvPr/>
        </p:nvSpPr>
        <p:spPr>
          <a:xfrm xmlns:a="http://schemas.openxmlformats.org/drawingml/2006/main">
            <a:off x="6572250" y="2124075"/>
            <a:ext cx="4953000" cy="904875"/>
          </a:xfrm>
          <a:prstGeom xmlns:a="http://schemas.openxmlformats.org/drawingml/2006/main" prst="roundRect">
            <a:avLst>
              <a:gd name="adj" fmla="val 8421"/>
            </a:avLst>
          </a:prstGeom>
          <a:solidFill xmlns:a="http://schemas.openxmlformats.org/drawingml/2006/main">
            <a:srgbClr val="284638"/>
          </a:solidFill>
          <a:ln xmlns:a="http://schemas.openxmlformats.org/drawingml/2006/main" w="0">
            <a:noFill/>
            <a:prstDash val="solid"/>
          </a:ln>
        </p:spPr>
        <p:txBody>
          <a:bodyPr xmlns:a="http://schemas.openxmlformats.org/drawingml/2006/main" lIns="114300" tIns="114300" rIns="114300" bIns="114300" anchor="ctr"/>
          <a:lstStyle xmlns:a="http://schemas.openxmlformats.org/drawingml/2006/main">
            <a:defPPr algn="ctr">
              <a:defRPr sz="1725">
                <a:solidFill>
                  <a:srgbClr val="FFFFFF"/>
                </a:solidFill>
                <a:latin typeface="Inter"/>
                <a:ea typeface="Inter"/>
                <a:cs typeface="Inter"/>
              </a:defRPr>
            </a:defPPr>
            <a:lvl1pPr algn="ctr">
              <a:defRPr sz="1725">
                <a:solidFill>
                  <a:srgbClr val="FFFFFF"/>
                </a:solidFill>
                <a:latin typeface="Inter"/>
                <a:ea typeface="Inter"/>
                <a:cs typeface="Inter"/>
              </a:defRPr>
            </a:lvl1pPr>
            <a:lvl2pPr algn="ctr">
              <a:defRPr sz="1725">
                <a:solidFill>
                  <a:srgbClr val="FFFFFF"/>
                </a:solidFill>
                <a:latin typeface="Inter"/>
                <a:ea typeface="Inter"/>
                <a:cs typeface="Inter"/>
              </a:defRPr>
            </a:lvl2pPr>
            <a:lvl3pPr algn="ctr">
              <a:defRPr sz="1725">
                <a:solidFill>
                  <a:srgbClr val="FFFFFF"/>
                </a:solidFill>
                <a:latin typeface="Inter"/>
                <a:ea typeface="Inter"/>
                <a:cs typeface="Inter"/>
              </a:defRPr>
            </a:lvl3pPr>
            <a:lvl4pPr algn="ctr">
              <a:defRPr sz="1725">
                <a:solidFill>
                  <a:srgbClr val="FFFFFF"/>
                </a:solidFill>
                <a:latin typeface="Inter"/>
                <a:ea typeface="Inter"/>
                <a:cs typeface="Inter"/>
              </a:defRPr>
            </a:lvl4pPr>
            <a:lvl5pPr algn="ctr">
              <a:defRPr sz="1725">
                <a:solidFill>
                  <a:srgbClr val="FFFFFF"/>
                </a:solidFill>
                <a:latin typeface="Inter"/>
                <a:ea typeface="Inter"/>
                <a:cs typeface="Inter"/>
              </a:defRPr>
            </a:lvl5pPr>
            <a:lvl6pPr algn="ctr">
              <a:defRPr sz="1725">
                <a:solidFill>
                  <a:srgbClr val="FFFFFF"/>
                </a:solidFill>
                <a:latin typeface="Inter"/>
                <a:ea typeface="Inter"/>
                <a:cs typeface="Inter"/>
              </a:defRPr>
            </a:lvl6pPr>
            <a:lvl7pPr algn="ctr">
              <a:defRPr sz="1725">
                <a:solidFill>
                  <a:srgbClr val="FFFFFF"/>
                </a:solidFill>
                <a:latin typeface="Inter"/>
                <a:ea typeface="Inter"/>
                <a:cs typeface="Inter"/>
              </a:defRPr>
            </a:lvl7pPr>
            <a:lvl8pPr algn="ctr">
              <a:defRPr sz="1725">
                <a:solidFill>
                  <a:srgbClr val="FFFFFF"/>
                </a:solidFill>
                <a:latin typeface="Inter"/>
                <a:ea typeface="Inter"/>
                <a:cs typeface="Inter"/>
              </a:defRPr>
            </a:lvl8pPr>
            <a:lvl9pPr algn="ctr">
              <a:defRPr sz="1725">
                <a:solidFill>
                  <a:srgbClr val="FFFFFF"/>
                </a:solidFill>
                <a:latin typeface="Inter"/>
                <a:ea typeface="Inter"/>
                <a:cs typeface="Inter"/>
              </a:defRPr>
            </a:lvl9pPr>
          </a:lstStyle>
          <a:p xmlns:a="http://schemas.openxmlformats.org/drawingml/2006/main">
            <a:pPr algn="ctr">
              <a:defRPr sz="1725">
                <a:solidFill>
                  <a:srgbClr val="FFFFFF"/>
                </a:solidFill>
                <a:latin typeface="Inter"/>
                <a:ea typeface="Inter"/>
                <a:cs typeface="Inter"/>
              </a:defRPr>
            </a:pPr>
            <a:r>
              <a:rPr sz="1725">
                <a:solidFill>
                  <a:srgbClr val="FFFFFF"/>
                </a:solidFill>
                <a:latin typeface="Inter"/>
                <a:ea typeface="Inter"/>
                <a:cs typeface="Inter"/>
              </a:rPr>
              <a:t>Fixed pre-awakening history</a:t>
            </a:r>
          </a:p>
          <a:p xmlns:a="http://schemas.openxmlformats.org/drawingml/2006/main">
            <a:pPr algn="ctr">
              <a:defRPr sz="1725">
                <a:solidFill>
                  <a:srgbClr val="FFFFFF"/>
                </a:solidFill>
                <a:latin typeface="Inter"/>
                <a:ea typeface="Inter"/>
                <a:cs typeface="Inter"/>
              </a:defRPr>
            </a:pPr>
            <a:r>
              <a:rPr sz="1725">
                <a:solidFill>
                  <a:srgbClr val="FFFFFF"/>
                </a:solidFill>
                <a:latin typeface="Inter"/>
                <a:ea typeface="Inter"/>
                <a:cs typeface="Inter"/>
              </a:rPr>
              <a:t>Spectral features in time bins</a:t>
            </a:r>
          </a:p>
        </p:txBody>
      </p:sp>
      <p:sp>
        <p:nvSpPr>
          <p:cNvPr id="536" name="diagram-models">
            <a:extLst xmlns:a="http://schemas.openxmlformats.org/drawingml/2006/main">
              <a:ext uri="{FF2B5EF4-FFF2-40B4-BE49-F238E27FC236}">
                <a16:creationId xmlns:a16="http://schemas.microsoft.com/office/drawing/2014/main" id="{199A7E4F-5E23-4773-907B-C6FC82C1C677}"/>
              </a:ext>
            </a:extLst>
          </p:cNvPr>
          <p:cNvSpPr>
            <a:spLocks xmlns:a="http://schemas.openxmlformats.org/drawingml/2006/main" noGrp="1"/>
          </p:cNvSpPr>
          <p:nvPr/>
        </p:nvSpPr>
        <p:spPr>
          <a:xfrm xmlns:a="http://schemas.openxmlformats.org/drawingml/2006/main">
            <a:off x="6572250" y="3371850"/>
            <a:ext cx="4953000" cy="904875"/>
          </a:xfrm>
          <a:prstGeom xmlns:a="http://schemas.openxmlformats.org/drawingml/2006/main" prst="roundRect">
            <a:avLst>
              <a:gd name="adj" fmla="val 8421"/>
            </a:avLst>
          </a:prstGeom>
          <a:solidFill xmlns:a="http://schemas.openxmlformats.org/drawingml/2006/main">
            <a:srgbClr val="284638"/>
          </a:solidFill>
          <a:ln xmlns:a="http://schemas.openxmlformats.org/drawingml/2006/main" w="0">
            <a:noFill/>
            <a:prstDash val="solid"/>
          </a:ln>
        </p:spPr>
        <p:txBody>
          <a:bodyPr xmlns:a="http://schemas.openxmlformats.org/drawingml/2006/main" lIns="114300" tIns="114300" rIns="114300" bIns="114300" anchor="ctr"/>
          <a:lstStyle xmlns:a="http://schemas.openxmlformats.org/drawingml/2006/main">
            <a:defPPr algn="ctr">
              <a:defRPr sz="1725">
                <a:solidFill>
                  <a:srgbClr val="FFFFFF"/>
                </a:solidFill>
                <a:latin typeface="Inter"/>
                <a:ea typeface="Inter"/>
                <a:cs typeface="Inter"/>
              </a:defRPr>
            </a:defPPr>
            <a:lvl1pPr algn="ctr">
              <a:defRPr sz="1725">
                <a:solidFill>
                  <a:srgbClr val="FFFFFF"/>
                </a:solidFill>
                <a:latin typeface="Inter"/>
                <a:ea typeface="Inter"/>
                <a:cs typeface="Inter"/>
              </a:defRPr>
            </a:lvl1pPr>
            <a:lvl2pPr algn="ctr">
              <a:defRPr sz="1725">
                <a:solidFill>
                  <a:srgbClr val="FFFFFF"/>
                </a:solidFill>
                <a:latin typeface="Inter"/>
                <a:ea typeface="Inter"/>
                <a:cs typeface="Inter"/>
              </a:defRPr>
            </a:lvl2pPr>
            <a:lvl3pPr algn="ctr">
              <a:defRPr sz="1725">
                <a:solidFill>
                  <a:srgbClr val="FFFFFF"/>
                </a:solidFill>
                <a:latin typeface="Inter"/>
                <a:ea typeface="Inter"/>
                <a:cs typeface="Inter"/>
              </a:defRPr>
            </a:lvl3pPr>
            <a:lvl4pPr algn="ctr">
              <a:defRPr sz="1725">
                <a:solidFill>
                  <a:srgbClr val="FFFFFF"/>
                </a:solidFill>
                <a:latin typeface="Inter"/>
                <a:ea typeface="Inter"/>
                <a:cs typeface="Inter"/>
              </a:defRPr>
            </a:lvl4pPr>
            <a:lvl5pPr algn="ctr">
              <a:defRPr sz="1725">
                <a:solidFill>
                  <a:srgbClr val="FFFFFF"/>
                </a:solidFill>
                <a:latin typeface="Inter"/>
                <a:ea typeface="Inter"/>
                <a:cs typeface="Inter"/>
              </a:defRPr>
            </a:lvl5pPr>
            <a:lvl6pPr algn="ctr">
              <a:defRPr sz="1725">
                <a:solidFill>
                  <a:srgbClr val="FFFFFF"/>
                </a:solidFill>
                <a:latin typeface="Inter"/>
                <a:ea typeface="Inter"/>
                <a:cs typeface="Inter"/>
              </a:defRPr>
            </a:lvl6pPr>
            <a:lvl7pPr algn="ctr">
              <a:defRPr sz="1725">
                <a:solidFill>
                  <a:srgbClr val="FFFFFF"/>
                </a:solidFill>
                <a:latin typeface="Inter"/>
                <a:ea typeface="Inter"/>
                <a:cs typeface="Inter"/>
              </a:defRPr>
            </a:lvl7pPr>
            <a:lvl8pPr algn="ctr">
              <a:defRPr sz="1725">
                <a:solidFill>
                  <a:srgbClr val="FFFFFF"/>
                </a:solidFill>
                <a:latin typeface="Inter"/>
                <a:ea typeface="Inter"/>
                <a:cs typeface="Inter"/>
              </a:defRPr>
            </a:lvl8pPr>
            <a:lvl9pPr algn="ctr">
              <a:defRPr sz="1725">
                <a:solidFill>
                  <a:srgbClr val="FFFFFF"/>
                </a:solidFill>
                <a:latin typeface="Inter"/>
                <a:ea typeface="Inter"/>
                <a:cs typeface="Inter"/>
              </a:defRPr>
            </a:lvl9pPr>
          </a:lstStyle>
          <a:p xmlns:a="http://schemas.openxmlformats.org/drawingml/2006/main">
            <a:pPr algn="ctr">
              <a:defRPr sz="1725">
                <a:solidFill>
                  <a:srgbClr val="FFFFFF"/>
                </a:solidFill>
                <a:latin typeface="Inter"/>
                <a:ea typeface="Inter"/>
                <a:cs typeface="Inter"/>
              </a:defRPr>
            </a:pPr>
            <a:r>
              <a:rPr sz="1725">
                <a:solidFill>
                  <a:srgbClr val="FFFFFF"/>
                </a:solidFill>
                <a:latin typeface="Inter"/>
                <a:ea typeface="Inter"/>
                <a:cs typeface="Inter"/>
              </a:rPr>
              <a:t>Logistic baseline / tiny transformer</a:t>
            </a:r>
          </a:p>
          <a:p xmlns:a="http://schemas.openxmlformats.org/drawingml/2006/main">
            <a:pPr algn="ctr">
              <a:defRPr sz="1725">
                <a:solidFill>
                  <a:srgbClr val="FFFFFF"/>
                </a:solidFill>
                <a:latin typeface="Inter"/>
                <a:ea typeface="Inter"/>
                <a:cs typeface="Inter"/>
              </a:defRPr>
            </a:pPr>
            <a:r>
              <a:rPr sz="1725">
                <a:solidFill>
                  <a:srgbClr val="FFFFFF"/>
                </a:solidFill>
                <a:latin typeface="Inter"/>
                <a:ea typeface="Inter"/>
                <a:cs typeface="Inter"/>
              </a:rPr>
              <a:t>One optional pooling change</a:t>
            </a:r>
          </a:p>
        </p:txBody>
      </p:sp>
      <p:sp>
        <p:nvSpPr>
          <p:cNvPr id="537" name="diagram-evaluation">
            <a:extLst xmlns:a="http://schemas.openxmlformats.org/drawingml/2006/main">
              <a:ext uri="{FF2B5EF4-FFF2-40B4-BE49-F238E27FC236}">
                <a16:creationId xmlns:a16="http://schemas.microsoft.com/office/drawing/2014/main" id="{10D839FB-C219-43E1-A520-578C75ABE8C4}"/>
              </a:ext>
            </a:extLst>
          </p:cNvPr>
          <p:cNvSpPr>
            <a:spLocks xmlns:a="http://schemas.openxmlformats.org/drawingml/2006/main" noGrp="1"/>
          </p:cNvSpPr>
          <p:nvPr/>
        </p:nvSpPr>
        <p:spPr>
          <a:xfrm xmlns:a="http://schemas.openxmlformats.org/drawingml/2006/main">
            <a:off x="6572250" y="4619625"/>
            <a:ext cx="4953000" cy="904875"/>
          </a:xfrm>
          <a:prstGeom xmlns:a="http://schemas.openxmlformats.org/drawingml/2006/main" prst="roundRect">
            <a:avLst>
              <a:gd name="adj" fmla="val 8421"/>
            </a:avLst>
          </a:prstGeom>
          <a:solidFill xmlns:a="http://schemas.openxmlformats.org/drawingml/2006/main">
            <a:srgbClr val="284638"/>
          </a:solidFill>
          <a:ln xmlns:a="http://schemas.openxmlformats.org/drawingml/2006/main" w="0">
            <a:noFill/>
            <a:prstDash val="solid"/>
          </a:ln>
        </p:spPr>
        <p:txBody>
          <a:bodyPr xmlns:a="http://schemas.openxmlformats.org/drawingml/2006/main" lIns="114300" tIns="114300" rIns="114300" bIns="114300" anchor="ctr"/>
          <a:lstStyle xmlns:a="http://schemas.openxmlformats.org/drawingml/2006/main">
            <a:defPPr algn="ctr">
              <a:defRPr sz="1725">
                <a:solidFill>
                  <a:srgbClr val="FFFFFF"/>
                </a:solidFill>
                <a:latin typeface="Inter"/>
                <a:ea typeface="Inter"/>
                <a:cs typeface="Inter"/>
              </a:defRPr>
            </a:defPPr>
            <a:lvl1pPr algn="ctr">
              <a:defRPr sz="1725">
                <a:solidFill>
                  <a:srgbClr val="FFFFFF"/>
                </a:solidFill>
                <a:latin typeface="Inter"/>
                <a:ea typeface="Inter"/>
                <a:cs typeface="Inter"/>
              </a:defRPr>
            </a:lvl1pPr>
            <a:lvl2pPr algn="ctr">
              <a:defRPr sz="1725">
                <a:solidFill>
                  <a:srgbClr val="FFFFFF"/>
                </a:solidFill>
                <a:latin typeface="Inter"/>
                <a:ea typeface="Inter"/>
                <a:cs typeface="Inter"/>
              </a:defRPr>
            </a:lvl2pPr>
            <a:lvl3pPr algn="ctr">
              <a:defRPr sz="1725">
                <a:solidFill>
                  <a:srgbClr val="FFFFFF"/>
                </a:solidFill>
                <a:latin typeface="Inter"/>
                <a:ea typeface="Inter"/>
                <a:cs typeface="Inter"/>
              </a:defRPr>
            </a:lvl3pPr>
            <a:lvl4pPr algn="ctr">
              <a:defRPr sz="1725">
                <a:solidFill>
                  <a:srgbClr val="FFFFFF"/>
                </a:solidFill>
                <a:latin typeface="Inter"/>
                <a:ea typeface="Inter"/>
                <a:cs typeface="Inter"/>
              </a:defRPr>
            </a:lvl4pPr>
            <a:lvl5pPr algn="ctr">
              <a:defRPr sz="1725">
                <a:solidFill>
                  <a:srgbClr val="FFFFFF"/>
                </a:solidFill>
                <a:latin typeface="Inter"/>
                <a:ea typeface="Inter"/>
                <a:cs typeface="Inter"/>
              </a:defRPr>
            </a:lvl5pPr>
            <a:lvl6pPr algn="ctr">
              <a:defRPr sz="1725">
                <a:solidFill>
                  <a:srgbClr val="FFFFFF"/>
                </a:solidFill>
                <a:latin typeface="Inter"/>
                <a:ea typeface="Inter"/>
                <a:cs typeface="Inter"/>
              </a:defRPr>
            </a:lvl6pPr>
            <a:lvl7pPr algn="ctr">
              <a:defRPr sz="1725">
                <a:solidFill>
                  <a:srgbClr val="FFFFFF"/>
                </a:solidFill>
                <a:latin typeface="Inter"/>
                <a:ea typeface="Inter"/>
                <a:cs typeface="Inter"/>
              </a:defRPr>
            </a:lvl7pPr>
            <a:lvl8pPr algn="ctr">
              <a:defRPr sz="1725">
                <a:solidFill>
                  <a:srgbClr val="FFFFFF"/>
                </a:solidFill>
                <a:latin typeface="Inter"/>
                <a:ea typeface="Inter"/>
                <a:cs typeface="Inter"/>
              </a:defRPr>
            </a:lvl8pPr>
            <a:lvl9pPr algn="ctr">
              <a:defRPr sz="1725">
                <a:solidFill>
                  <a:srgbClr val="FFFFFF"/>
                </a:solidFill>
                <a:latin typeface="Inter"/>
                <a:ea typeface="Inter"/>
                <a:cs typeface="Inter"/>
              </a:defRPr>
            </a:lvl9pPr>
          </a:lstStyle>
          <a:p xmlns:a="http://schemas.openxmlformats.org/drawingml/2006/main">
            <a:pPr algn="ctr">
              <a:defRPr sz="1725">
                <a:solidFill>
                  <a:srgbClr val="FFFFFF"/>
                </a:solidFill>
                <a:latin typeface="Inter"/>
                <a:ea typeface="Inter"/>
                <a:cs typeface="Inter"/>
              </a:defRPr>
            </a:pPr>
            <a:r>
              <a:rPr sz="1725">
                <a:solidFill>
                  <a:srgbClr val="FFFFFF"/>
                </a:solidFill>
                <a:latin typeface="Inter"/>
                <a:ea typeface="Inter"/>
                <a:cs typeface="Inter"/>
              </a:rPr>
              <a:t>Held-out people</a:t>
            </a:r>
          </a:p>
          <a:p xmlns:a="http://schemas.openxmlformats.org/drawingml/2006/main">
            <a:pPr algn="ctr">
              <a:defRPr sz="1725">
                <a:solidFill>
                  <a:srgbClr val="FFFFFF"/>
                </a:solidFill>
                <a:latin typeface="Inter"/>
                <a:ea typeface="Inter"/>
                <a:cs typeface="Inter"/>
              </a:defRPr>
            </a:pPr>
            <a:r>
              <a:rPr sz="1725">
                <a:solidFill>
                  <a:srgbClr val="FFFFFF"/>
                </a:solidFill>
                <a:latin typeface="Inter"/>
                <a:ea typeface="Inter"/>
                <a:cs typeface="Inter"/>
              </a:rPr>
              <a:t>Stage controls, scores and demo</a:t>
            </a:r>
          </a:p>
        </p:txBody>
      </p:sp>
      <p:sp>
        <p:nvSpPr>
          <p:cNvPr id="538" name="connector-187">
            <a:extLst xmlns:a="http://schemas.openxmlformats.org/drawingml/2006/main">
              <a:ext uri="{FF2B5EF4-FFF2-40B4-BE49-F238E27FC236}">
                <a16:creationId xmlns:a16="http://schemas.microsoft.com/office/drawing/2014/main" id="{796D280C-EEF3-40EA-B36B-93A0AD47A1EC}"/>
              </a:ext>
            </a:extLst>
          </p:cNvPr>
          <p:cNvSpPr>
            <a:spLocks xmlns:a="http://schemas.openxmlformats.org/drawingml/2006/main" noGrp="1"/>
          </p:cNvSpPr>
          <p:nvPr/>
        </p:nvSpPr>
        <p:spPr>
          <a:xfrm xmlns:a="http://schemas.openxmlformats.org/drawingml/2006/main">
            <a:off x="9048750" y="1781175"/>
            <a:ext cx="0" cy="342900"/>
          </a:xfrm>
          <a:prstGeom xmlns:a="http://schemas.openxmlformats.org/drawingml/2006/main" prst="line">
            <a:avLst/>
          </a:prstGeom>
          <a:ln xmlns:a="http://schemas.openxmlformats.org/drawingml/2006/main" w="19050">
            <a:solidFill>
              <a:srgbClr val="BCEF59"/>
            </a:solidFill>
            <a:prstDash val="solid"/>
          </a:ln>
        </p:spPr>
      </p:sp>
      <p:sp>
        <p:nvSpPr>
          <p:cNvPr id="539" name="connector-318">
            <a:extLst xmlns:a="http://schemas.openxmlformats.org/drawingml/2006/main">
              <a:ext uri="{FF2B5EF4-FFF2-40B4-BE49-F238E27FC236}">
                <a16:creationId xmlns:a16="http://schemas.microsoft.com/office/drawing/2014/main" id="{75422E79-8816-4A8A-AE54-58E8A652F8ED}"/>
              </a:ext>
            </a:extLst>
          </p:cNvPr>
          <p:cNvSpPr>
            <a:spLocks xmlns:a="http://schemas.openxmlformats.org/drawingml/2006/main" noGrp="1"/>
          </p:cNvSpPr>
          <p:nvPr/>
        </p:nvSpPr>
        <p:spPr>
          <a:xfrm xmlns:a="http://schemas.openxmlformats.org/drawingml/2006/main">
            <a:off x="9048750" y="3028950"/>
            <a:ext cx="0" cy="342900"/>
          </a:xfrm>
          <a:prstGeom xmlns:a="http://schemas.openxmlformats.org/drawingml/2006/main" prst="line">
            <a:avLst/>
          </a:prstGeom>
          <a:ln xmlns:a="http://schemas.openxmlformats.org/drawingml/2006/main" w="19050">
            <a:solidFill>
              <a:srgbClr val="BCEF59"/>
            </a:solidFill>
            <a:prstDash val="solid"/>
          </a:ln>
        </p:spPr>
      </p:sp>
      <p:sp>
        <p:nvSpPr>
          <p:cNvPr id="540" name="connector-449">
            <a:extLst xmlns:a="http://schemas.openxmlformats.org/drawingml/2006/main">
              <a:ext uri="{FF2B5EF4-FFF2-40B4-BE49-F238E27FC236}">
                <a16:creationId xmlns:a16="http://schemas.microsoft.com/office/drawing/2014/main" id="{8D8690C3-6EE9-4B7D-B54C-2ACD4D18F671}"/>
              </a:ext>
            </a:extLst>
          </p:cNvPr>
          <p:cNvSpPr>
            <a:spLocks xmlns:a="http://schemas.openxmlformats.org/drawingml/2006/main" noGrp="1"/>
          </p:cNvSpPr>
          <p:nvPr/>
        </p:nvSpPr>
        <p:spPr>
          <a:xfrm xmlns:a="http://schemas.openxmlformats.org/drawingml/2006/main">
            <a:off x="9048750" y="4276725"/>
            <a:ext cx="0" cy="342900"/>
          </a:xfrm>
          <a:prstGeom xmlns:a="http://schemas.openxmlformats.org/drawingml/2006/main" prst="line">
            <a:avLst/>
          </a:prstGeom>
          <a:ln xmlns:a="http://schemas.openxmlformats.org/drawingml/2006/main" w="19050">
            <a:solidFill>
              <a:srgbClr val="BCEF59"/>
            </a:solidFill>
            <a:prstDash val="solid"/>
          </a:ln>
        </p:spPr>
      </p:sp>
    </p:spTree>
    <p:extLst>
      <p:ext uri="{BB962C8B-B14F-4D97-AF65-F5344CB8AC3E}">
        <p14:creationId xmlns:p14="http://schemas.microsoft.com/office/powerpoint/2010/main" val="3245670770"/>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4" name="Footer Placeholder 3">
            <a:extLst xmlns:a="http://schemas.openxmlformats.org/drawingml/2006/main">
              <a:ext uri="{FF2B5EF4-FFF2-40B4-BE49-F238E27FC236}">
                <a16:creationId xmlns:a16="http://schemas.microsoft.com/office/drawing/2014/main" id="{ADE525C3-6A65-3281-3715-AE2CF21E370C}"/>
              </a:ext>
            </a:extLst>
          </p:cNvPr>
          <p:cNvSpPr>
            <a:spLocks xmlns:a="http://schemas.openxmlformats.org/drawingml/2006/main" noGrp="1"/>
          </p:cNvSpPr>
          <p:nvPr>
            <p:ph type="ftr" idx="3"/>
          </p:nvPr>
        </p:nvSpPr>
        <p:spPr/>
        <p:txBody>
          <a:bodyPr xmlns:a="http://schemas.openxmlformats.org/drawingml/2006/main"/>
          <a:lstStyle xmlns:a="http://schemas.openxmlformats.org/drawingml/2006/main"/>
          <a:p xmlns:a="http://schemas.openxmlformats.org/drawingml/2006/main">
            <a:endParaRPr/>
          </a:p>
        </p:txBody>
      </p:sp>
      <p:sp>
        <p:nvSpPr>
          <p:cNvPr id="532" name="Google Shape;532;p58">
            <a:extLst xmlns:a="http://schemas.openxmlformats.org/drawingml/2006/main">
              <a:ext uri="{FF2B5EF4-FFF2-40B4-BE49-F238E27FC236}">
                <a16:creationId xmlns:a16="http://schemas.microsoft.com/office/drawing/2014/main" id="{855F9338-C523-361B-6D81-B9AAD76BBB65}"/>
              </a:ext>
            </a:extLst>
          </p:cNvPr>
          <p:cNvSpPr>
            <a:spLocks xmlns:a="http://schemas.openxmlformats.org/drawingml/2006/main" noGrp="1"/>
          </p:cNvSpPr>
          <p:nvPr>
            <p:ph type="sldNum" idx="4"/>
          </p:nvPr>
        </p:nvSpPr>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fld id="{00000000-1234-1234-1234-123412341234}" type="slidenum">
              <a:t>4</a:t>
            </a:fld>
            <a:endParaRPr/>
          </a:p>
        </p:txBody>
      </p:sp>
      <p:sp>
        <p:nvSpPr>
          <p:cNvPr id="533" name="Google Shape;533;p58">
            <a:extLst xmlns:a="http://schemas.openxmlformats.org/drawingml/2006/main">
              <a:ext uri="{FF2B5EF4-FFF2-40B4-BE49-F238E27FC236}">
                <a16:creationId xmlns:a16="http://schemas.microsoft.com/office/drawing/2014/main" id="{509200BE-15E5-FE37-6AFE-A51B10E1A9BC}"/>
              </a:ext>
            </a:extLst>
          </p:cNvPr>
          <p:cNvSpPr>
            <a:spLocks xmlns:a="http://schemas.openxmlformats.org/drawingml/2006/main" noGrp="1"/>
          </p:cNvSpPr>
          <p:nvPr>
            <p:ph type="title" idx="0"/>
          </p:nvPr>
        </p:nvSpPr>
        <p:spPr>
          <a:xfrm xmlns:a="http://schemas.openxmlformats.org/drawingml/2006/main">
            <a:off x="393668" y="344043"/>
            <a:ext cx="11404568" cy="1047464"/>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r>
              <a:t>One question, three concrete deliverables</a:t>
            </a:r>
          </a:p>
        </p:txBody>
      </p:sp>
      <p:sp>
        <p:nvSpPr>
          <p:cNvPr id="534" name="Google Shape;534;p58">
            <a:extLst xmlns:a="http://schemas.openxmlformats.org/drawingml/2006/main">
              <a:ext uri="{FF2B5EF4-FFF2-40B4-BE49-F238E27FC236}">
                <a16:creationId xmlns:a16="http://schemas.microsoft.com/office/drawing/2014/main" id="{94D83715-924E-FD86-6E33-16B595E7DE71}"/>
              </a:ext>
            </a:extLst>
          </p:cNvPr>
          <p:cNvSpPr>
            <a:spLocks xmlns:a="http://schemas.openxmlformats.org/drawingml/2006/main" noGrp="1"/>
          </p:cNvSpPr>
          <p:nvPr>
            <p:ph idx="4294967295"/>
          </p:nvPr>
        </p:nvSpPr>
        <p:spPr>
          <a:xfrm xmlns:a="http://schemas.openxmlformats.org/drawingml/2006/main">
            <a:off x="393668" y="3365468"/>
            <a:ext cx="3568732" cy="2628900"/>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marL="0" indent="0">
              <a:lnSpc>
                <a:spcPct val="114000"/>
              </a:lnSpc>
              <a:spcBef>
                <a:spcPts val="0"/>
              </a:spcBef>
              <a:spcAft>
                <a:spcPts val="800"/>
              </a:spcAft>
              <a:buNone/>
            </a:pPr>
            <a:r>
              <a:rPr sz="1800" b="1">
                <a:latin typeface="Inter SemiBold"/>
                <a:ea typeface="Inter SemiBold"/>
                <a:cs typeface="Inter SemiBold"/>
              </a:rPr>
              <a:t>A reproducible baseline</a:t>
            </a:r>
            <a:endParaRPr sz="1800" b="1">
              <a:latin typeface="Inter SemiBold"/>
              <a:ea typeface="Inter SemiBold"/>
              <a:cs typeface="Inter SemiBold"/>
            </a:endParaRPr>
          </a:p>
          <a:p xmlns:a="http://schemas.openxmlformats.org/drawingml/2006/main">
            <a:pPr marL="0" indent="0">
              <a:lnSpc>
                <a:spcPct val="114000"/>
              </a:lnSpc>
              <a:spcBef>
                <a:spcPts val="0"/>
              </a:spcBef>
              <a:spcAft>
                <a:spcPts val="800"/>
              </a:spcAft>
              <a:buNone/>
            </a:pPr>
            <a:r>
              <a:rPr sz="1800">
                <a:latin typeface="Inter"/>
                <a:ea typeface="Inter"/>
                <a:cs typeface="Inter"/>
              </a:rPr>
              <a:t>Audit one EEG subset. Fit a spectral logistic classifier with participant-grouped splits. Include majority and sleep-stage controls.</a:t>
            </a:r>
            <a:endParaRPr sz="1800">
              <a:latin typeface="Inter"/>
              <a:ea typeface="Inter"/>
              <a:cs typeface="Inter"/>
            </a:endParaRPr>
          </a:p>
        </p:txBody>
      </p:sp>
      <p:sp>
        <p:nvSpPr>
          <p:cNvPr id="2" name="Content Placeholder 1">
            <a:extLst xmlns:a="http://schemas.openxmlformats.org/drawingml/2006/main">
              <a:ext uri="{FF2B5EF4-FFF2-40B4-BE49-F238E27FC236}">
                <a16:creationId xmlns:a16="http://schemas.microsoft.com/office/drawing/2014/main" id="{49D4B6C8-289F-F081-BCAE-309463E70BA1}"/>
              </a:ext>
            </a:extLst>
          </p:cNvPr>
          <p:cNvSpPr>
            <a:spLocks xmlns:a="http://schemas.openxmlformats.org/drawingml/2006/main" noGrp="1"/>
          </p:cNvSpPr>
          <p:nvPr>
            <p:ph idx="4294967295"/>
          </p:nvPr>
        </p:nvSpPr>
        <p:spPr>
          <a:xfrm xmlns:a="http://schemas.openxmlformats.org/drawingml/2006/main">
            <a:off x="8229600" y="3365468"/>
            <a:ext cx="3568732" cy="2628900"/>
          </a:xfrm>
        </p:spPr>
        <p:txBody>
          <a:bodyPr xmlns:a="http://schemas.openxmlformats.org/drawingml/2006/main">
            <a:noAutofit/>
          </a:bodyPr>
          <a:lstStyle xmlns:a="http://schemas.openxmlformats.org/drawingml/2006/main"/>
          <a:p xmlns:a="http://schemas.openxmlformats.org/drawingml/2006/main">
            <a:pPr marL="0" marR="0" lvl="0" indent="0">
              <a:lnSpc>
                <a:spcPct val="114000"/>
              </a:lnSpc>
              <a:spcBef>
                <a:spcPts val="0"/>
              </a:spcBef>
              <a:spcAft>
                <a:spcPts val="800"/>
              </a:spcAft>
              <a:buClrTx/>
              <a:buSzTx/>
              <a:buNone/>
            </a:pPr>
            <a:r>
              <a:rPr sz="1800" b="1">
                <a:latin typeface="Inter SemiBold"/>
                <a:ea typeface="Inter SemiBold"/>
                <a:cs typeface="Inter SemiBold"/>
              </a:rPr>
              <a:t>An explanatory demo</a:t>
            </a:r>
          </a:p>
          <a:p xmlns:a="http://schemas.openxmlformats.org/drawingml/2006/main">
            <a:pPr marL="0" marR="0" lvl="0" indent="0" algn="l" defTabSz="914400">
              <a:lnSpc>
                <a:spcPct val="114000"/>
              </a:lnSpc>
              <a:spcBef>
                <a:spcPts val="0"/>
              </a:spcBef>
              <a:spcAft>
                <a:spcPts val="800"/>
              </a:spcAft>
              <a:buClrTx/>
              <a:buSzTx/>
              <a:buFont typeface="Arial"/>
              <a:buNone/>
            </a:pPr>
            <a:r>
              <a:rPr sz="1800" b="0" i="0" u="none" strike="noStrike" cap="none" spc="0" baseline="0">
                <a:ln>
                  <a:noFill/>
                </a:ln>
                <a:latin typeface="Inter"/>
                <a:ea typeface="Inter"/>
                <a:cs typeface="Inter"/>
              </a:rPr>
              <a:t>Show signals, scores and failures. Include a short report and a walkthrough the student can give without relying on AI-written explanations.</a:t>
            </a:r>
          </a:p>
        </p:txBody>
      </p:sp>
      <p:sp>
        <p:nvSpPr>
          <p:cNvPr id="3" name="Content Placeholder 2">
            <a:extLst xmlns:a="http://schemas.openxmlformats.org/drawingml/2006/main">
              <a:ext uri="{FF2B5EF4-FFF2-40B4-BE49-F238E27FC236}">
                <a16:creationId xmlns:a16="http://schemas.microsoft.com/office/drawing/2014/main" id="{E4A749CC-0D72-2ABA-CEDC-7DFC7D138B4B}"/>
              </a:ext>
            </a:extLst>
          </p:cNvPr>
          <p:cNvSpPr>
            <a:spLocks xmlns:a="http://schemas.openxmlformats.org/drawingml/2006/main" noGrp="1"/>
          </p:cNvSpPr>
          <p:nvPr>
            <p:ph idx="4294967295"/>
          </p:nvPr>
        </p:nvSpPr>
        <p:spPr>
          <a:xfrm xmlns:a="http://schemas.openxmlformats.org/drawingml/2006/main">
            <a:off x="4311682" y="3365468"/>
            <a:ext cx="3568732" cy="2628900"/>
          </a:xfrm>
        </p:spPr>
        <p:txBody>
          <a:bodyPr xmlns:a="http://schemas.openxmlformats.org/drawingml/2006/main">
            <a:noAutofit/>
          </a:bodyPr>
          <a:lstStyle xmlns:a="http://schemas.openxmlformats.org/drawingml/2006/main"/>
          <a:p xmlns:a="http://schemas.openxmlformats.org/drawingml/2006/main">
            <a:pPr marL="0" marR="0" lvl="0" indent="0">
              <a:lnSpc>
                <a:spcPct val="114000"/>
              </a:lnSpc>
              <a:spcBef>
                <a:spcPts val="0"/>
              </a:spcBef>
              <a:spcAft>
                <a:spcPts val="800"/>
              </a:spcAft>
              <a:buClrTx/>
              <a:buSzTx/>
              <a:buNone/>
            </a:pPr>
            <a:r>
              <a:rPr sz="1800" b="1">
                <a:latin typeface="Inter SemiBold"/>
                <a:ea typeface="Inter SemiBold"/>
                <a:cs typeface="Inter SemiBold"/>
              </a:rPr>
              <a:t>One transformer study</a:t>
            </a:r>
          </a:p>
          <a:p xmlns:a="http://schemas.openxmlformats.org/drawingml/2006/main">
            <a:pPr marL="0" marR="0" lvl="0" indent="0" algn="l" defTabSz="914400">
              <a:lnSpc>
                <a:spcPct val="114000"/>
              </a:lnSpc>
              <a:spcBef>
                <a:spcPts val="0"/>
              </a:spcBef>
              <a:spcAft>
                <a:spcPts val="800"/>
              </a:spcAft>
              <a:buClrTx/>
              <a:buSzTx/>
              <a:buFont typeface="Arial"/>
              <a:buNone/>
            </a:pPr>
            <a:r>
              <a:rPr sz="1800" b="0" i="0" u="none" strike="noStrike" cap="none" spc="0" baseline="0">
                <a:ln>
                  <a:noFill/>
                </a:ln>
                <a:latin typeface="Inter"/>
                <a:ea typeface="Inter"/>
                <a:cs typeface="Inter"/>
              </a:rPr>
              <a:t>After the baseline works, compare mean pooling with learned time-bin weighting. Keep the same features and split. A clear negative result counts.</a:t>
            </a:r>
          </a:p>
          <a:p xmlns:a="http://schemas.openxmlformats.org/drawingml/2006/main">
            <a:pPr marL="0" indent="0">
              <a:buNone/>
            </a:pPr>
            <a:endParaRPr>
              <a:latin typeface="Inter"/>
              <a:ea typeface="Inter"/>
              <a:cs typeface="Inter"/>
            </a:endParaRPr>
          </a:p>
        </p:txBody>
      </p:sp>
      <p:sp>
        <p:nvSpPr>
          <p:cNvPr id="7" name="Content Placeholder 15">
            <a:extLst xmlns:a="http://schemas.openxmlformats.org/drawingml/2006/main">
              <a:ext uri="{FF2B5EF4-FFF2-40B4-BE49-F238E27FC236}">
                <a16:creationId xmlns:a16="http://schemas.microsoft.com/office/drawing/2014/main" id="{DD72B81A-AC75-C1B0-4313-7B84D70521A7}"/>
              </a:ext>
            </a:extLst>
          </p:cNvPr>
          <p:cNvSpPr>
            <a:spLocks xmlns:a="http://schemas.openxmlformats.org/drawingml/2006/main" noGrp="1"/>
          </p:cNvSpPr>
          <p:nvPr/>
        </p:nvSpPr>
        <p:spPr>
          <a:xfrm xmlns:a="http://schemas.openxmlformats.org/drawingml/2006/main">
            <a:off x="393668" y="2763774"/>
            <a:ext cx="1612868" cy="262414"/>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None/>
              <a:defRPr sz="1600" kern="1200">
                <a:solidFill>
                  <a:schemeClr val="tx1"/>
                </a:solidFill>
                <a:latin typeface="+mn-lt"/>
                <a:ea typeface="+mn-lt"/>
                <a:cs typeface="+mn-lt"/>
              </a:defRPr>
            </a:lvl1pPr>
            <a:lvl2pPr marL="685800" indent="-228600" algn="l" defTabSz="914400">
              <a:lnSpc>
                <a:spcPct val="90000"/>
              </a:lnSpc>
              <a:spcBef>
                <a:spcPts val="500"/>
              </a:spcBef>
              <a:buFont typeface="Arial"/>
              <a:buNone/>
              <a:defRPr sz="1600" kern="1200">
                <a:solidFill>
                  <a:schemeClr val="tx1"/>
                </a:solidFill>
                <a:latin typeface="+mn-lt"/>
                <a:ea typeface="+mn-lt"/>
                <a:cs typeface="+mn-lt"/>
              </a:defRPr>
            </a:lvl2pPr>
            <a:lvl3pPr marL="1143000" indent="-228600" algn="l" defTabSz="914400">
              <a:lnSpc>
                <a:spcPct val="90000"/>
              </a:lnSpc>
              <a:spcBef>
                <a:spcPts val="500"/>
              </a:spcBef>
              <a:buFont typeface="Arial"/>
              <a:buNone/>
              <a:defRPr sz="1600" kern="1200">
                <a:solidFill>
                  <a:schemeClr val="tx1"/>
                </a:solidFill>
                <a:latin typeface="+mn-lt"/>
                <a:ea typeface="+mn-lt"/>
                <a:cs typeface="+mn-lt"/>
              </a:defRPr>
            </a:lvl3pPr>
            <a:lvl4pPr marL="1600200" indent="-228600" algn="l" defTabSz="914400">
              <a:lnSpc>
                <a:spcPct val="90000"/>
              </a:lnSpc>
              <a:spcBef>
                <a:spcPts val="500"/>
              </a:spcBef>
              <a:buFont typeface="Arial"/>
              <a:buNone/>
              <a:defRPr sz="1600" kern="1200">
                <a:solidFill>
                  <a:schemeClr val="tx1"/>
                </a:solidFill>
                <a:latin typeface="+mn-lt"/>
                <a:ea typeface="+mn-lt"/>
                <a:cs typeface="+mn-lt"/>
              </a:defRPr>
            </a:lvl4pPr>
            <a:lvl5pPr marL="2057400" indent="-228600" algn="l" defTabSz="914400">
              <a:lnSpc>
                <a:spcPct val="90000"/>
              </a:lnSpc>
              <a:spcBef>
                <a:spcPts val="500"/>
              </a:spcBef>
              <a:buFont typeface="Arial"/>
              <a:buNone/>
              <a:defRPr sz="16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None/>
            </a:pPr>
            <a:r>
              <a:rPr sz="1400" b="1">
                <a:solidFill>
                  <a:srgbClr val="BCEF59"/>
                </a:solidFill>
                <a:latin typeface="Inter SemiBold"/>
                <a:ea typeface="Inter SemiBold"/>
                <a:cs typeface="Inter SemiBold"/>
              </a:rPr>
              <a:t>BASELINE</a:t>
            </a:r>
          </a:p>
        </p:txBody>
      </p:sp>
      <p:sp>
        <p:nvSpPr>
          <p:cNvPr id="8" name="Content Placeholder 15">
            <a:extLst xmlns:a="http://schemas.openxmlformats.org/drawingml/2006/main">
              <a:ext uri="{FF2B5EF4-FFF2-40B4-BE49-F238E27FC236}">
                <a16:creationId xmlns:a16="http://schemas.microsoft.com/office/drawing/2014/main" id="{5200B2E2-6D19-9AFE-1E8D-518E55CC26ED}"/>
              </a:ext>
            </a:extLst>
          </p:cNvPr>
          <p:cNvSpPr>
            <a:spLocks xmlns:a="http://schemas.openxmlformats.org/drawingml/2006/main" noGrp="1"/>
          </p:cNvSpPr>
          <p:nvPr/>
        </p:nvSpPr>
        <p:spPr>
          <a:xfrm xmlns:a="http://schemas.openxmlformats.org/drawingml/2006/main">
            <a:off x="4294156" y="2763774"/>
            <a:ext cx="1612868" cy="262414"/>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None/>
              <a:defRPr sz="1600" kern="1200">
                <a:solidFill>
                  <a:schemeClr val="tx1"/>
                </a:solidFill>
                <a:latin typeface="+mn-lt"/>
                <a:ea typeface="+mn-lt"/>
                <a:cs typeface="+mn-lt"/>
              </a:defRPr>
            </a:lvl1pPr>
            <a:lvl2pPr marL="685800" indent="-228600" algn="l" defTabSz="914400">
              <a:lnSpc>
                <a:spcPct val="90000"/>
              </a:lnSpc>
              <a:spcBef>
                <a:spcPts val="500"/>
              </a:spcBef>
              <a:buFont typeface="Arial"/>
              <a:buNone/>
              <a:defRPr sz="1600" kern="1200">
                <a:solidFill>
                  <a:schemeClr val="tx1"/>
                </a:solidFill>
                <a:latin typeface="+mn-lt"/>
                <a:ea typeface="+mn-lt"/>
                <a:cs typeface="+mn-lt"/>
              </a:defRPr>
            </a:lvl2pPr>
            <a:lvl3pPr marL="1143000" indent="-228600" algn="l" defTabSz="914400">
              <a:lnSpc>
                <a:spcPct val="90000"/>
              </a:lnSpc>
              <a:spcBef>
                <a:spcPts val="500"/>
              </a:spcBef>
              <a:buFont typeface="Arial"/>
              <a:buNone/>
              <a:defRPr sz="1600" kern="1200">
                <a:solidFill>
                  <a:schemeClr val="tx1"/>
                </a:solidFill>
                <a:latin typeface="+mn-lt"/>
                <a:ea typeface="+mn-lt"/>
                <a:cs typeface="+mn-lt"/>
              </a:defRPr>
            </a:lvl3pPr>
            <a:lvl4pPr marL="1600200" indent="-228600" algn="l" defTabSz="914400">
              <a:lnSpc>
                <a:spcPct val="90000"/>
              </a:lnSpc>
              <a:spcBef>
                <a:spcPts val="500"/>
              </a:spcBef>
              <a:buFont typeface="Arial"/>
              <a:buNone/>
              <a:defRPr sz="1600" kern="1200">
                <a:solidFill>
                  <a:schemeClr val="tx1"/>
                </a:solidFill>
                <a:latin typeface="+mn-lt"/>
                <a:ea typeface="+mn-lt"/>
                <a:cs typeface="+mn-lt"/>
              </a:defRPr>
            </a:lvl4pPr>
            <a:lvl5pPr marL="2057400" indent="-228600" algn="l" defTabSz="914400">
              <a:lnSpc>
                <a:spcPct val="90000"/>
              </a:lnSpc>
              <a:spcBef>
                <a:spcPts val="500"/>
              </a:spcBef>
              <a:buFont typeface="Arial"/>
              <a:buNone/>
              <a:defRPr sz="16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None/>
            </a:pPr>
            <a:r>
              <a:rPr sz="1400" b="1">
                <a:solidFill>
                  <a:srgbClr val="BCEF59"/>
                </a:solidFill>
                <a:latin typeface="Inter SemiBold"/>
                <a:ea typeface="Inter SemiBold"/>
                <a:cs typeface="Inter SemiBold"/>
              </a:rPr>
              <a:t>MODEL CHANGE</a:t>
            </a:r>
          </a:p>
        </p:txBody>
      </p:sp>
      <p:sp>
        <p:nvSpPr>
          <p:cNvPr id="9" name="Content Placeholder 15">
            <a:extLst xmlns:a="http://schemas.openxmlformats.org/drawingml/2006/main">
              <a:ext uri="{FF2B5EF4-FFF2-40B4-BE49-F238E27FC236}">
                <a16:creationId xmlns:a16="http://schemas.microsoft.com/office/drawing/2014/main" id="{74611C1F-A471-6B24-C785-2D7A5B5DD6BA}"/>
              </a:ext>
            </a:extLst>
          </p:cNvPr>
          <p:cNvSpPr>
            <a:spLocks xmlns:a="http://schemas.openxmlformats.org/drawingml/2006/main" noGrp="1"/>
          </p:cNvSpPr>
          <p:nvPr/>
        </p:nvSpPr>
        <p:spPr>
          <a:xfrm xmlns:a="http://schemas.openxmlformats.org/drawingml/2006/main">
            <a:off x="8223218" y="2763774"/>
            <a:ext cx="1612868" cy="262414"/>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None/>
              <a:defRPr sz="1600" kern="1200">
                <a:solidFill>
                  <a:schemeClr val="tx1"/>
                </a:solidFill>
                <a:latin typeface="+mn-lt"/>
                <a:ea typeface="+mn-lt"/>
                <a:cs typeface="+mn-lt"/>
              </a:defRPr>
            </a:lvl1pPr>
            <a:lvl2pPr marL="685800" indent="-228600" algn="l" defTabSz="914400">
              <a:lnSpc>
                <a:spcPct val="90000"/>
              </a:lnSpc>
              <a:spcBef>
                <a:spcPts val="500"/>
              </a:spcBef>
              <a:buFont typeface="Arial"/>
              <a:buNone/>
              <a:defRPr sz="1600" kern="1200">
                <a:solidFill>
                  <a:schemeClr val="tx1"/>
                </a:solidFill>
                <a:latin typeface="+mn-lt"/>
                <a:ea typeface="+mn-lt"/>
                <a:cs typeface="+mn-lt"/>
              </a:defRPr>
            </a:lvl2pPr>
            <a:lvl3pPr marL="1143000" indent="-228600" algn="l" defTabSz="914400">
              <a:lnSpc>
                <a:spcPct val="90000"/>
              </a:lnSpc>
              <a:spcBef>
                <a:spcPts val="500"/>
              </a:spcBef>
              <a:buFont typeface="Arial"/>
              <a:buNone/>
              <a:defRPr sz="1600" kern="1200">
                <a:solidFill>
                  <a:schemeClr val="tx1"/>
                </a:solidFill>
                <a:latin typeface="+mn-lt"/>
                <a:ea typeface="+mn-lt"/>
                <a:cs typeface="+mn-lt"/>
              </a:defRPr>
            </a:lvl3pPr>
            <a:lvl4pPr marL="1600200" indent="-228600" algn="l" defTabSz="914400">
              <a:lnSpc>
                <a:spcPct val="90000"/>
              </a:lnSpc>
              <a:spcBef>
                <a:spcPts val="500"/>
              </a:spcBef>
              <a:buFont typeface="Arial"/>
              <a:buNone/>
              <a:defRPr sz="1600" kern="1200">
                <a:solidFill>
                  <a:schemeClr val="tx1"/>
                </a:solidFill>
                <a:latin typeface="+mn-lt"/>
                <a:ea typeface="+mn-lt"/>
                <a:cs typeface="+mn-lt"/>
              </a:defRPr>
            </a:lvl4pPr>
            <a:lvl5pPr marL="2057400" indent="-228600" algn="l" defTabSz="914400">
              <a:lnSpc>
                <a:spcPct val="90000"/>
              </a:lnSpc>
              <a:spcBef>
                <a:spcPts val="500"/>
              </a:spcBef>
              <a:buFont typeface="Arial"/>
              <a:buNone/>
              <a:defRPr sz="16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None/>
            </a:pPr>
            <a:r>
              <a:rPr sz="1400" b="1">
                <a:solidFill>
                  <a:srgbClr val="BCEF59"/>
                </a:solidFill>
                <a:latin typeface="Inter SemiBold"/>
                <a:ea typeface="Inter SemiBold"/>
                <a:cs typeface="Inter SemiBold"/>
              </a:rPr>
              <a:t>DEMO</a:t>
            </a:r>
          </a:p>
        </p:txBody>
      </p:sp>
    </p:spTree>
    <p:extLst>
      <p:ext uri="{BB962C8B-B14F-4D97-AF65-F5344CB8AC3E}">
        <p14:creationId xmlns:p14="http://schemas.microsoft.com/office/powerpoint/2010/main" val="1393456992"/>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6" name="Footer Placeholder 5">
            <a:extLst xmlns:a="http://schemas.openxmlformats.org/drawingml/2006/main">
              <a:ext uri="{FF2B5EF4-FFF2-40B4-BE49-F238E27FC236}">
                <a16:creationId xmlns:a16="http://schemas.microsoft.com/office/drawing/2014/main" id="{E79D819C-33DB-D779-0CC9-74786C7AA643}"/>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2" name="Slide Number Placeholder 1">
            <a:extLst xmlns:a="http://schemas.openxmlformats.org/drawingml/2006/main">
              <a:ext uri="{FF2B5EF4-FFF2-40B4-BE49-F238E27FC236}">
                <a16:creationId xmlns:a16="http://schemas.microsoft.com/office/drawing/2014/main" id="{6B79DB2A-CC47-00B8-FE1C-26473E47EA9C}"/>
              </a:ext>
            </a:extLst>
          </p:cNvPr>
          <p:cNvSpPr>
            <a:spLocks xmlns:a="http://schemas.openxmlformats.org/drawingml/2006/main" noGrp="1"/>
          </p:cNvSpPr>
          <p:nvPr>
            <p:ph type="sldNum" idx="4"/>
          </p:nvPr>
        </p:nvSpPr>
        <p:spPr>
          <a:xfrm xmlns:a="http://schemas.openxmlformats.org/drawingml/2006/main">
            <a:off x="11279188" y="6278563"/>
            <a:ext cx="519112" cy="241300"/>
          </a:xfrm>
        </p:spPr>
        <p:txBody>
          <a:bodyPr xmlns:a="http://schemas.openxmlformats.org/drawingml/2006/main"/>
          <a:lstStyle xmlns:a="http://schemas.openxmlformats.org/drawingml/2006/main"/>
          <a:p xmlns:a="http://schemas.openxmlformats.org/drawingml/2006/main">
            <a:fld id="{00000000-1234-1234-1234-123412341234}" type="slidenum">
              <a:t>5</a:t>
            </a:fld>
            <a:endParaRPr/>
          </a:p>
        </p:txBody>
      </p:sp>
      <p:sp>
        <p:nvSpPr>
          <p:cNvPr id="3" name="Title 2">
            <a:extLst xmlns:a="http://schemas.openxmlformats.org/drawingml/2006/main">
              <a:ext uri="{FF2B5EF4-FFF2-40B4-BE49-F238E27FC236}">
                <a16:creationId xmlns:a16="http://schemas.microsoft.com/office/drawing/2014/main" id="{89BFFB18-4CB5-6BE2-9B1E-49B4101293F1}"/>
              </a:ext>
            </a:extLst>
          </p:cNvPr>
          <p:cNvSpPr>
            <a:spLocks xmlns:a="http://schemas.openxmlformats.org/drawingml/2006/main" noGrp="1"/>
          </p:cNvSpPr>
          <p:nvPr>
            <p:ph type="title" idx="0"/>
          </p:nvPr>
        </p:nvSpPr>
        <p:spPr>
          <a:xfrm xmlns:a="http://schemas.openxmlformats.org/drawingml/2006/main">
            <a:off x="393668" y="344043"/>
            <a:ext cx="11404568" cy="1047464"/>
          </a:xfrm>
        </p:spPr>
        <p:txBody>
          <a:bodyPr xmlns:a="http://schemas.openxmlformats.org/drawingml/2006/main">
            <a:noAutofit/>
          </a:bodyPr>
          <a:lstStyle xmlns:a="http://schemas.openxmlformats.org/drawingml/2006/main"/>
          <a:p xmlns:a="http://schemas.openxmlformats.org/drawingml/2006/main">
            <a:r>
              <a:t>Monash resources worth using</a:t>
            </a:r>
          </a:p>
        </p:txBody>
      </p:sp>
      <p:sp>
        <p:nvSpPr>
          <p:cNvPr id="10" name="Content Placeholder 9">
            <a:extLst xmlns:a="http://schemas.openxmlformats.org/drawingml/2006/main">
              <a:ext uri="{FF2B5EF4-FFF2-40B4-BE49-F238E27FC236}">
                <a16:creationId xmlns:a16="http://schemas.microsoft.com/office/drawing/2014/main" id="{40C911A7-2999-5B10-850F-7785C571AE51}"/>
              </a:ext>
            </a:extLst>
          </p:cNvPr>
          <p:cNvSpPr>
            <a:spLocks xmlns:a="http://schemas.openxmlformats.org/drawingml/2006/main" noGrp="1"/>
          </p:cNvSpPr>
          <p:nvPr>
            <p:ph idx="4294967295"/>
          </p:nvPr>
        </p:nvSpPr>
        <p:spPr>
          <a:xfrm xmlns:a="http://schemas.openxmlformats.org/drawingml/2006/main">
            <a:off x="393668" y="2031968"/>
            <a:ext cx="5537168" cy="1643063"/>
          </a:xfrm>
        </p:spPr>
        <p:txBody>
          <a:bodyPr xmlns:a="http://schemas.openxmlformats.org/drawingml/2006/main">
            <a:noAutofit/>
          </a:bodyPr>
          <a:lstStyle xmlns:a="http://schemas.openxmlformats.org/drawingml/2006/main"/>
          <a:p xmlns:a="http://schemas.openxmlformats.org/drawingml/2006/main">
            <a:pPr marL="0" marR="0" lvl="0" indent="0">
              <a:lnSpc>
                <a:spcPct val="114000"/>
              </a:lnSpc>
              <a:spcBef>
                <a:spcPts val="0"/>
              </a:spcBef>
              <a:spcAft>
                <a:spcPts val="800"/>
              </a:spcAft>
              <a:buClrTx/>
              <a:buSzTx/>
              <a:buNone/>
            </a:pPr>
            <a:r>
              <a:rPr>
                <a:solidFill>
                  <a:srgbClr val="BCEF59"/>
                </a:solidFill>
              </a:rPr>
              <a:t>M3 and eResearch</a:t>
            </a:r>
          </a:p>
          <a:p xmlns:a="http://schemas.openxmlformats.org/drawingml/2006/main">
            <a:pPr marL="0" marR="0" lvl="0" indent="0" algn="l" defTabSz="914400">
              <a:lnSpc>
                <a:spcPct val="100000"/>
              </a:lnSpc>
              <a:spcBef>
                <a:spcPts val="1300"/>
              </a:spcBef>
              <a:spcAft>
                <a:spcPts val="1300"/>
              </a:spcAft>
              <a:buClrTx/>
              <a:buSzTx/>
              <a:buFontTx/>
              <a:buNone/>
            </a:pPr>
            <a:r>
              <a:rPr sz="1800" b="0" i="0" u="none" strike="noStrike" cap="none" spc="0" baseline="0">
                <a:ln>
                  <a:noFill/>
                </a:ln>
              </a:rPr>
              <a:t>Reuse the working cluster connection. Confirm CI-led project access and limits. Use CPU baselines, a GPU pilot and HPC training or drop-ins.</a:t>
            </a:r>
          </a:p>
        </p:txBody>
      </p:sp>
      <p:sp>
        <p:nvSpPr>
          <p:cNvPr id="11" name="Content Placeholder 10">
            <a:extLst xmlns:a="http://schemas.openxmlformats.org/drawingml/2006/main">
              <a:ext uri="{FF2B5EF4-FFF2-40B4-BE49-F238E27FC236}">
                <a16:creationId xmlns:a16="http://schemas.microsoft.com/office/drawing/2014/main" id="{9591DE77-626F-6364-307D-6A3CECC3E0AC}"/>
              </a:ext>
            </a:extLst>
          </p:cNvPr>
          <p:cNvSpPr>
            <a:spLocks xmlns:a="http://schemas.openxmlformats.org/drawingml/2006/main" noGrp="1"/>
          </p:cNvSpPr>
          <p:nvPr>
            <p:ph idx="4294967295"/>
          </p:nvPr>
        </p:nvSpPr>
        <p:spPr>
          <a:xfrm xmlns:a="http://schemas.openxmlformats.org/drawingml/2006/main">
            <a:off x="6256592" y="2031968"/>
            <a:ext cx="5537168" cy="1643063"/>
          </a:xfrm>
        </p:spPr>
        <p:txBody>
          <a:bodyPr xmlns:a="http://schemas.openxmlformats.org/drawingml/2006/main">
            <a:noAutofit/>
          </a:bodyPr>
          <a:lstStyle xmlns:a="http://schemas.openxmlformats.org/drawingml/2006/main"/>
          <a:p xmlns:a="http://schemas.openxmlformats.org/drawingml/2006/main">
            <a:pPr marL="0" marR="0" lvl="0" indent="0">
              <a:lnSpc>
                <a:spcPct val="114000"/>
              </a:lnSpc>
              <a:spcBef>
                <a:spcPts val="0"/>
              </a:spcBef>
              <a:spcAft>
                <a:spcPts val="800"/>
              </a:spcAft>
              <a:buClrTx/>
              <a:buSzTx/>
              <a:buNone/>
            </a:pPr>
            <a:r>
              <a:rPr>
                <a:solidFill>
                  <a:srgbClr val="BCEF59"/>
                </a:solidFill>
              </a:rPr>
              <a:t>DREAM and Turner</a:t>
            </a:r>
          </a:p>
          <a:p xmlns:a="http://schemas.openxmlformats.org/drawingml/2006/main">
            <a:pPr marL="0" marR="0" lvl="0" indent="0" algn="l" defTabSz="914400">
              <a:lnSpc>
                <a:spcPct val="100000"/>
              </a:lnSpc>
              <a:spcBef>
                <a:spcPts val="1300"/>
              </a:spcBef>
              <a:spcAft>
                <a:spcPts val="1300"/>
              </a:spcAft>
              <a:buClrTx/>
              <a:buSzTx/>
              <a:buFontTx/>
              <a:buNone/>
            </a:pPr>
            <a:r>
              <a:rPr sz="1800" b="0" i="0" u="none" strike="noStrike" cap="none" spc="0" baseline="0">
                <a:ln>
                  <a:noFill/>
                </a:ln>
              </a:rPr>
              <a:t>Start with a public DREAM subset. Seek a sleep/EEG adviser through a supervisor. A Monash-hosted collection is not automatically Monash-collected data.</a:t>
            </a:r>
          </a:p>
        </p:txBody>
      </p:sp>
      <p:sp>
        <p:nvSpPr>
          <p:cNvPr id="4" name="Content Placeholder 9">
            <a:extLst xmlns:a="http://schemas.openxmlformats.org/drawingml/2006/main">
              <a:ext uri="{FF2B5EF4-FFF2-40B4-BE49-F238E27FC236}">
                <a16:creationId xmlns:a16="http://schemas.microsoft.com/office/drawing/2014/main" id="{5FBFFE27-6CE4-D49E-8371-7F40817D25C4}"/>
              </a:ext>
            </a:extLst>
          </p:cNvPr>
          <p:cNvSpPr>
            <a:spLocks xmlns:a="http://schemas.openxmlformats.org/drawingml/2006/main" noGrp="1"/>
          </p:cNvSpPr>
          <p:nvPr/>
        </p:nvSpPr>
        <p:spPr>
          <a:xfrm xmlns:a="http://schemas.openxmlformats.org/drawingml/2006/main">
            <a:off x="393668" y="4016978"/>
            <a:ext cx="5537168" cy="1643158"/>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None/>
            </a:pPr>
            <a:r>
              <a:rPr>
                <a:solidFill>
                  <a:srgbClr val="BCEF59"/>
                </a:solidFill>
              </a:rPr>
              <a:t>Biomedical Imaging</a:t>
            </a:r>
          </a:p>
          <a:p xmlns:a="http://schemas.openxmlformats.org/drawingml/2006/main">
            <a:pPr marL="0" indent="0">
              <a:lnSpc>
                <a:spcPct val="100000"/>
              </a:lnSpc>
              <a:spcBef>
                <a:spcPts val="1300"/>
              </a:spcBef>
              <a:spcAft>
                <a:spcPts val="1300"/>
              </a:spcAft>
              <a:buFontTx/>
              <a:buNone/>
            </a:pPr>
            <a:r>
              <a:rPr sz="1800"/>
              <a:t>MBI lists EEG and simultaneous EEG-fMRI support. Treat new recordings as optional, with facility training, ethics, bookings and a budget.</a:t>
            </a:r>
          </a:p>
        </p:txBody>
      </p:sp>
      <p:sp>
        <p:nvSpPr>
          <p:cNvPr id="5" name="Content Placeholder 10">
            <a:extLst xmlns:a="http://schemas.openxmlformats.org/drawingml/2006/main">
              <a:ext uri="{FF2B5EF4-FFF2-40B4-BE49-F238E27FC236}">
                <a16:creationId xmlns:a16="http://schemas.microsoft.com/office/drawing/2014/main" id="{D6F50C40-7DBA-55A3-751E-00E97654E163}"/>
              </a:ext>
            </a:extLst>
          </p:cNvPr>
          <p:cNvSpPr>
            <a:spLocks xmlns:a="http://schemas.openxmlformats.org/drawingml/2006/main" noGrp="1"/>
          </p:cNvSpPr>
          <p:nvPr/>
        </p:nvSpPr>
        <p:spPr>
          <a:xfrm xmlns:a="http://schemas.openxmlformats.org/drawingml/2006/main">
            <a:off x="6256592" y="4016978"/>
            <a:ext cx="5537168" cy="1643158"/>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None/>
            </a:pPr>
            <a:r>
              <a:rPr>
                <a:solidFill>
                  <a:srgbClr val="BCEF59"/>
                </a:solidFill>
              </a:rPr>
              <a:t>IT and DeepNeuron</a:t>
            </a:r>
          </a:p>
          <a:p xmlns:a="http://schemas.openxmlformats.org/drawingml/2006/main">
            <a:pPr marL="0" indent="0">
              <a:lnSpc>
                <a:spcPct val="100000"/>
              </a:lnSpc>
              <a:spcBef>
                <a:spcPts val="1300"/>
              </a:spcBef>
              <a:spcAft>
                <a:spcPts val="1300"/>
              </a:spcAft>
              <a:buFontTx/>
              <a:buNone/>
            </a:pPr>
            <a:r>
              <a:rPr sz="1800"/>
              <a:t>The IT EEG representation-learning project is a supervision lead. DeepNeuron offers a possible AI/HPC student community. Places and collaboration need confirmation.</a:t>
            </a:r>
          </a:p>
        </p:txBody>
      </p:sp>
    </p:spTree>
    <p:extLst>
      <p:ext uri="{BB962C8B-B14F-4D97-AF65-F5344CB8AC3E}">
        <p14:creationId xmlns:p14="http://schemas.microsoft.com/office/powerpoint/2010/main" val="360145486"/>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4" name="Footer Placeholder 3">
            <a:extLst xmlns:a="http://schemas.openxmlformats.org/drawingml/2006/main">
              <a:ext uri="{FF2B5EF4-FFF2-40B4-BE49-F238E27FC236}">
                <a16:creationId xmlns:a16="http://schemas.microsoft.com/office/drawing/2014/main" id="{8C44867F-CEA9-06EF-47ED-8F63A6DAE692}"/>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532" name="Google Shape;532;p58">
            <a:extLst xmlns:a="http://schemas.openxmlformats.org/drawingml/2006/main">
              <a:ext uri="{FF2B5EF4-FFF2-40B4-BE49-F238E27FC236}">
                <a16:creationId xmlns:a16="http://schemas.microsoft.com/office/drawing/2014/main" id="{787BCE7D-BEA2-12A4-00CE-1447A3C11BCB}"/>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fld id="{00000000-1234-1234-1234-123412341234}" type="slidenum">
              <a:t>6</a:t>
            </a:fld>
            <a:endParaRPr/>
          </a:p>
        </p:txBody>
      </p:sp>
      <p:sp>
        <p:nvSpPr>
          <p:cNvPr id="533" name="Google Shape;533;p58">
            <a:extLst xmlns:a="http://schemas.openxmlformats.org/drawingml/2006/main">
              <a:ext uri="{FF2B5EF4-FFF2-40B4-BE49-F238E27FC236}">
                <a16:creationId xmlns:a16="http://schemas.microsoft.com/office/drawing/2014/main" id="{451E053B-8CD7-DAF7-BA60-B58D00D61D06}"/>
              </a:ext>
            </a:extLst>
          </p:cNvPr>
          <p:cNvSpPr>
            <a:spLocks xmlns:a="http://schemas.openxmlformats.org/drawingml/2006/main" noGrp="1"/>
          </p:cNvSpPr>
          <p:nvPr>
            <p:ph type="title" idx="0"/>
          </p:nvPr>
        </p:nvSpPr>
        <p:spPr>
          <a:xfrm xmlns:a="http://schemas.openxmlformats.org/drawingml/2006/main">
            <a:off x="393668" y="344043"/>
            <a:ext cx="11404568" cy="1047464"/>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r>
              <a:t>One public subset, with a workable fallback</a:t>
            </a:r>
          </a:p>
        </p:txBody>
      </p:sp>
      <p:sp>
        <p:nvSpPr>
          <p:cNvPr id="534" name="Google Shape;534;p58">
            <a:extLst xmlns:a="http://schemas.openxmlformats.org/drawingml/2006/main">
              <a:ext uri="{FF2B5EF4-FFF2-40B4-BE49-F238E27FC236}">
                <a16:creationId xmlns:a16="http://schemas.microsoft.com/office/drawing/2014/main" id="{92B9D060-8F6B-685E-C699-7CF3FDA228BA}"/>
              </a:ext>
            </a:extLst>
          </p:cNvPr>
          <p:cNvSpPr>
            <a:spLocks xmlns:a="http://schemas.openxmlformats.org/drawingml/2006/main" noGrp="1"/>
          </p:cNvSpPr>
          <p:nvPr>
            <p:ph idx="4294967295"/>
          </p:nvPr>
        </p:nvSpPr>
        <p:spPr>
          <a:xfrm xmlns:a="http://schemas.openxmlformats.org/drawingml/2006/main">
            <a:off x="390430" y="1797939"/>
            <a:ext cx="5537168" cy="865156"/>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marL="0" indent="0">
              <a:lnSpc>
                <a:spcPct val="114000"/>
              </a:lnSpc>
              <a:spcBef>
                <a:spcPts val="0"/>
              </a:spcBef>
              <a:spcAft>
                <a:spcPts val="800"/>
              </a:spcAft>
              <a:buNone/>
            </a:pPr>
            <a:r>
              <a:t>DREAM is the starter</a:t>
            </a:r>
            <a:br/>
            <a:r>
              <a:t>Paired fMRI is an extension</a:t>
            </a:r>
            <a:endParaRPr/>
          </a:p>
        </p:txBody>
      </p:sp>
      <p:sp>
        <p:nvSpPr>
          <p:cNvPr id="12" name="TextBox 11">
            <a:extLst xmlns:a="http://schemas.openxmlformats.org/drawingml/2006/main">
              <a:ext uri="{FF2B5EF4-FFF2-40B4-BE49-F238E27FC236}">
                <a16:creationId xmlns:a16="http://schemas.microsoft.com/office/drawing/2014/main" id="{70BD0609-EAC0-DFEC-8761-6C5A72DB268A}"/>
              </a:ext>
            </a:extLst>
          </p:cNvPr>
          <p:cNvSpPr>
            <a:spLocks xmlns:a="http://schemas.openxmlformats.org/drawingml/2006/main" noGrp="1"/>
          </p:cNvSpPr>
          <p:nvPr/>
        </p:nvSpPr>
        <p:spPr>
          <a:xfrm xmlns:a="http://schemas.openxmlformats.org/drawingml/2006/main">
            <a:off x="390430" y="3065812"/>
            <a:ext cx="4774311" cy="2060924"/>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p xmlns:a="http://schemas.openxmlformats.org/drawingml/2006/main">
            <a:pPr marL="0" marR="0" lvl="0" indent="0" algn="l" defTabSz="914400">
              <a:lnSpc>
                <a:spcPct val="114000"/>
              </a:lnSpc>
              <a:spcBef>
                <a:spcPts val="0"/>
              </a:spcBef>
              <a:spcAft>
                <a:spcPts val="800"/>
              </a:spcAft>
              <a:buClrTx/>
              <a:buSzTx/>
              <a:buFont typeface="Arial"/>
              <a:buNone/>
            </a:pPr>
            <a:r>
              <a:rPr sz="1700" b="0" i="0" u="none" strike="noStrike" cap="none" spc="0" baseline="0">
                <a:ln>
                  <a:noFill/>
                </a:ln>
              </a:rPr>
              <a:t>Zhang and Wamsley subset: 28 participants and 308 catalogued cases, under CC BY 4.0. The collection is Monash-associated; this cohort was collected at Furman University.</a:t>
            </a:r>
            <a:endParaRPr sz="1700" b="0" i="0" u="none" strike="noStrike" kern="1200" cap="none" spc="0" baseline="0">
              <a:ln>
                <a:noFill/>
              </a:ln>
            </a:endParaRPr>
          </a:p>
          <a:p xmlns:a="http://schemas.openxmlformats.org/drawingml/2006/main">
            <a:pPr marL="0" marR="0" lvl="0" indent="0" algn="l" defTabSz="914400">
              <a:lnSpc>
                <a:spcPct val="114000"/>
              </a:lnSpc>
              <a:spcBef>
                <a:spcPts val="0"/>
              </a:spcBef>
              <a:spcAft>
                <a:spcPts val="800"/>
              </a:spcAft>
              <a:buClrTx/>
              <a:buSzTx/>
              <a:buFont typeface="Arial"/>
              <a:buNone/>
            </a:pPr>
            <a:r>
              <a:rPr sz="1700" b="0" i="0" u="none" strike="noStrike" cap="none" spc="0" baseline="0">
                <a:ln>
                  <a:noFill/>
                </a:ln>
              </a:rPr>
              <a:t>Audit usable cases and sleep-stage confounding before training.</a:t>
            </a:r>
          </a:p>
        </p:txBody>
      </p:sp>
      <p:sp>
        <p:nvSpPr>
          <p:cNvPr id="5" name="Rounded Rectangle 4">
            <a:extLst xmlns:a="http://schemas.openxmlformats.org/drawingml/2006/main">
              <a:ext uri="{FF2B5EF4-FFF2-40B4-BE49-F238E27FC236}">
                <a16:creationId xmlns:a16="http://schemas.microsoft.com/office/drawing/2014/main" id="{1D611070-583D-3F58-C192-8939D876E8A5}"/>
              </a:ext>
            </a:extLst>
          </p:cNvPr>
          <p:cNvSpPr>
            <a:spLocks xmlns:a="http://schemas.openxmlformats.org/drawingml/2006/main" noGrp="1"/>
          </p:cNvSpPr>
          <p:nvPr/>
        </p:nvSpPr>
        <p:spPr>
          <a:xfrm xmlns:a="http://schemas.openxmlformats.org/drawingml/2006/main">
            <a:off x="6264413" y="1722438"/>
            <a:ext cx="5533887" cy="1638300"/>
          </a:xfrm>
          <a:prstGeom xmlns:a="http://schemas.openxmlformats.org/drawingml/2006/main" prst="roundRect">
            <a:avLst>
              <a:gd name="adj" fmla="val 3585"/>
            </a:avLst>
          </a:prstGeom>
          <a:solidFill xmlns:a="http://schemas.openxmlformats.org/drawingml/2006/main">
            <a:srgbClr val="284638"/>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 name="Content Placeholder 10">
            <a:extLst xmlns:a="http://schemas.openxmlformats.org/drawingml/2006/main">
              <a:ext uri="{FF2B5EF4-FFF2-40B4-BE49-F238E27FC236}">
                <a16:creationId xmlns:a16="http://schemas.microsoft.com/office/drawing/2014/main" id="{176A6DA9-A945-2CB8-E1DA-17DA3035FD4C}"/>
              </a:ext>
            </a:extLst>
          </p:cNvPr>
          <p:cNvSpPr>
            <a:spLocks xmlns:a="http://schemas.openxmlformats.org/drawingml/2006/main" noGrp="1"/>
          </p:cNvSpPr>
          <p:nvPr/>
        </p:nvSpPr>
        <p:spPr>
          <a:xfrm xmlns:a="http://schemas.openxmlformats.org/drawingml/2006/main">
            <a:off x="6561677" y="2017395"/>
            <a:ext cx="4986909" cy="1048417"/>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buFontTx/>
              <a:buNone/>
            </a:pPr>
            <a:r>
              <a:rPr sz="1800"/>
              <a:t>Fallback: Sleep-EDF</a:t>
            </a:r>
          </a:p>
          <a:p xmlns:a="http://schemas.openxmlformats.org/drawingml/2006/main">
            <a:pPr marL="0" indent="0">
              <a:lnSpc>
                <a:spcPct val="100000"/>
              </a:lnSpc>
              <a:spcBef>
                <a:spcPts val="1300"/>
              </a:spcBef>
              <a:spcAft>
                <a:spcPts val="1300"/>
              </a:spcAft>
              <a:buFontTx/>
              <a:buNone/>
            </a:pPr>
            <a:r>
              <a:rPr sz="1800"/>
              <a:t>Use one EEG derivation and scored sleep stages. Keep both nights from each person in the same partition.</a:t>
            </a:r>
          </a:p>
        </p:txBody>
      </p:sp>
      <p:sp>
        <p:nvSpPr>
          <p:cNvPr id="7" name="Rounded Rectangle 6">
            <a:extLst xmlns:a="http://schemas.openxmlformats.org/drawingml/2006/main">
              <a:ext uri="{FF2B5EF4-FFF2-40B4-BE49-F238E27FC236}">
                <a16:creationId xmlns:a16="http://schemas.microsoft.com/office/drawing/2014/main" id="{7A99370F-1C2A-C7A9-A2D7-8EC8D6F73423}"/>
              </a:ext>
            </a:extLst>
          </p:cNvPr>
          <p:cNvSpPr>
            <a:spLocks xmlns:a="http://schemas.openxmlformats.org/drawingml/2006/main" noGrp="1"/>
          </p:cNvSpPr>
          <p:nvPr/>
        </p:nvSpPr>
        <p:spPr>
          <a:xfrm xmlns:a="http://schemas.openxmlformats.org/drawingml/2006/main">
            <a:off x="6264413" y="3734118"/>
            <a:ext cx="5533887" cy="1638300"/>
          </a:xfrm>
          <a:prstGeom xmlns:a="http://schemas.openxmlformats.org/drawingml/2006/main" prst="roundRect">
            <a:avLst>
              <a:gd name="adj" fmla="val 3585"/>
            </a:avLst>
          </a:prstGeom>
          <a:solidFill xmlns:a="http://schemas.openxmlformats.org/drawingml/2006/main">
            <a:srgbClr val="284638"/>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 name="Content Placeholder 10">
            <a:extLst xmlns:a="http://schemas.openxmlformats.org/drawingml/2006/main">
              <a:ext uri="{FF2B5EF4-FFF2-40B4-BE49-F238E27FC236}">
                <a16:creationId xmlns:a16="http://schemas.microsoft.com/office/drawing/2014/main" id="{5BB779E3-29A4-71DB-4059-EE4248BE7003}"/>
              </a:ext>
            </a:extLst>
          </p:cNvPr>
          <p:cNvSpPr>
            <a:spLocks xmlns:a="http://schemas.openxmlformats.org/drawingml/2006/main" noGrp="1"/>
          </p:cNvSpPr>
          <p:nvPr/>
        </p:nvSpPr>
        <p:spPr>
          <a:xfrm xmlns:a="http://schemas.openxmlformats.org/drawingml/2006/main">
            <a:off x="6561677" y="4029075"/>
            <a:ext cx="4986909" cy="1048417"/>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buFontTx/>
              <a:buNone/>
            </a:pPr>
            <a:r>
              <a:rPr sz="1800"/>
              <a:t>Extension: ds006040</a:t>
            </a:r>
          </a:p>
          <a:p xmlns:a="http://schemas.openxmlformats.org/drawingml/2006/main">
            <a:pPr marL="0" indent="0">
              <a:lnSpc>
                <a:spcPct val="100000"/>
              </a:lnSpc>
              <a:spcBef>
                <a:spcPts val="1300"/>
              </a:spcBef>
              <a:spcAft>
                <a:spcPts val="1300"/>
              </a:spcAft>
              <a:buFontTx/>
              <a:buNone/>
            </a:pPr>
            <a:r>
              <a:rPr sz="1800"/>
              <a:t>Reuse the paired EEG-fMRI pipeline if needed. It released 28 people; our earlier analysis retained 27.</a:t>
            </a:r>
          </a:p>
        </p:txBody>
      </p:sp>
    </p:spTree>
    <p:extLst>
      <p:ext uri="{BB962C8B-B14F-4D97-AF65-F5344CB8AC3E}">
        <p14:creationId xmlns:p14="http://schemas.microsoft.com/office/powerpoint/2010/main" val="3331879134"/>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2" name="Footer Placeholder 1">
            <a:extLst xmlns:a="http://schemas.openxmlformats.org/drawingml/2006/main">
              <a:ext uri="{FF2B5EF4-FFF2-40B4-BE49-F238E27FC236}">
                <a16:creationId xmlns:a16="http://schemas.microsoft.com/office/drawing/2014/main" id="{B4523B68-CB58-F426-D824-531128F4CB92}"/>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532" name="Google Shape;532;p58">
            <a:extLst xmlns:a="http://schemas.openxmlformats.org/drawingml/2006/main">
              <a:ext uri="{FF2B5EF4-FFF2-40B4-BE49-F238E27FC236}">
                <a16:creationId xmlns:a16="http://schemas.microsoft.com/office/drawing/2014/main" id="{DBC152D0-CDF3-969A-A32E-0A1C97DA9364}"/>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fld id="{00000000-1234-1234-1234-123412341234}" type="slidenum">
              <a:t>7</a:t>
            </a:fld>
            <a:endParaRPr/>
          </a:p>
        </p:txBody>
      </p:sp>
      <p:sp>
        <p:nvSpPr>
          <p:cNvPr id="533" name="Google Shape;533;p58">
            <a:extLst xmlns:a="http://schemas.openxmlformats.org/drawingml/2006/main">
              <a:ext uri="{FF2B5EF4-FFF2-40B4-BE49-F238E27FC236}">
                <a16:creationId xmlns:a16="http://schemas.microsoft.com/office/drawing/2014/main" id="{9CA28587-E9DB-FD6E-67D5-B6C4D20349B7}"/>
              </a:ext>
            </a:extLst>
          </p:cNvPr>
          <p:cNvSpPr>
            <a:spLocks xmlns:a="http://schemas.openxmlformats.org/drawingml/2006/main" noGrp="1"/>
          </p:cNvSpPr>
          <p:nvPr>
            <p:ph type="title" idx="0"/>
          </p:nvPr>
        </p:nvSpPr>
        <p:spPr>
          <a:xfrm xmlns:a="http://schemas.openxmlformats.org/drawingml/2006/main">
            <a:off x="393668" y="344043"/>
            <a:ext cx="11404568" cy="1047464"/>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r>
              <a:t>One student first, a team when useful</a:t>
            </a:r>
          </a:p>
        </p:txBody>
      </p:sp>
      <p:sp>
        <p:nvSpPr>
          <p:cNvPr id="12" name="Content Placeholder 10">
            <a:extLst xmlns:a="http://schemas.openxmlformats.org/drawingml/2006/main">
              <a:ext uri="{FF2B5EF4-FFF2-40B4-BE49-F238E27FC236}">
                <a16:creationId xmlns:a16="http://schemas.microsoft.com/office/drawing/2014/main" id="{2575F3F3-5548-310C-CA8A-2BB5F4F14EC8}"/>
              </a:ext>
            </a:extLst>
          </p:cNvPr>
          <p:cNvSpPr>
            <a:spLocks xmlns:a="http://schemas.openxmlformats.org/drawingml/2006/main" noGrp="1"/>
          </p:cNvSpPr>
          <p:nvPr/>
        </p:nvSpPr>
        <p:spPr>
          <a:xfrm xmlns:a="http://schemas.openxmlformats.org/drawingml/2006/main">
            <a:off x="6972300" y="2374868"/>
            <a:ext cx="4826032" cy="647700"/>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00000"/>
              </a:lnSpc>
              <a:spcBef>
                <a:spcPts val="1300"/>
              </a:spcBef>
              <a:spcAft>
                <a:spcPts val="1300"/>
              </a:spcAft>
              <a:buFontTx/>
              <a:buNone/>
            </a:pPr>
            <a:r>
              <a:rPr sz="1600"/>
              <a:t>A dataset card, fixed EEG windows, participant splits and a small quality-control report.</a:t>
            </a:r>
          </a:p>
        </p:txBody>
      </p:sp>
      <p:sp>
        <p:nvSpPr>
          <p:cNvPr id="15" name="Content Placeholder 10">
            <a:extLst xmlns:a="http://schemas.openxmlformats.org/drawingml/2006/main">
              <a:ext uri="{FF2B5EF4-FFF2-40B4-BE49-F238E27FC236}">
                <a16:creationId xmlns:a16="http://schemas.microsoft.com/office/drawing/2014/main" id="{C50C3B7B-28A7-FE2B-805B-9E84EA8C0281}"/>
              </a:ext>
            </a:extLst>
          </p:cNvPr>
          <p:cNvSpPr>
            <a:spLocks xmlns:a="http://schemas.openxmlformats.org/drawingml/2006/main" noGrp="1"/>
          </p:cNvSpPr>
          <p:nvPr/>
        </p:nvSpPr>
        <p:spPr>
          <a:xfrm xmlns:a="http://schemas.openxmlformats.org/drawingml/2006/main">
            <a:off x="4851368" y="2374868"/>
            <a:ext cx="1866900" cy="647700"/>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00000"/>
              </a:lnSpc>
              <a:spcBef>
                <a:spcPts val="1300"/>
              </a:spcBef>
              <a:spcAft>
                <a:spcPts val="1300"/>
              </a:spcAft>
              <a:buFontTx/>
              <a:buNone/>
            </a:pPr>
            <a:r>
              <a:rPr sz="1600">
                <a:solidFill>
                  <a:srgbClr val="BCEF59"/>
                </a:solidFill>
                <a:latin typeface="Inter Medium"/>
                <a:ea typeface="Inter Medium"/>
                <a:cs typeface="Inter Medium"/>
              </a:rPr>
              <a:t>Data and QC</a:t>
            </a:r>
          </a:p>
        </p:txBody>
      </p:sp>
      <p:sp>
        <p:nvSpPr>
          <p:cNvPr id="16" name="Content Placeholder 10">
            <a:extLst xmlns:a="http://schemas.openxmlformats.org/drawingml/2006/main">
              <a:ext uri="{FF2B5EF4-FFF2-40B4-BE49-F238E27FC236}">
                <a16:creationId xmlns:a16="http://schemas.microsoft.com/office/drawing/2014/main" id="{A989BD75-DE8D-B290-9745-1D9E8821A8C5}"/>
              </a:ext>
            </a:extLst>
          </p:cNvPr>
          <p:cNvSpPr>
            <a:spLocks xmlns:a="http://schemas.openxmlformats.org/drawingml/2006/main" noGrp="1"/>
          </p:cNvSpPr>
          <p:nvPr/>
        </p:nvSpPr>
        <p:spPr>
          <a:xfrm xmlns:a="http://schemas.openxmlformats.org/drawingml/2006/main">
            <a:off x="6972300" y="3365468"/>
            <a:ext cx="4826032" cy="647700"/>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00000"/>
              </a:lnSpc>
              <a:spcBef>
                <a:spcPts val="1300"/>
              </a:spcBef>
              <a:spcAft>
                <a:spcPts val="1300"/>
              </a:spcAft>
              <a:buFontTx/>
              <a:buNone/>
            </a:pPr>
            <a:r>
              <a:rPr sz="1600"/>
              <a:t>A spectral classifier and tiny transformer sharing the same inputs and prediction format.</a:t>
            </a:r>
          </a:p>
        </p:txBody>
      </p:sp>
      <p:sp>
        <p:nvSpPr>
          <p:cNvPr id="17" name="Content Placeholder 10">
            <a:extLst xmlns:a="http://schemas.openxmlformats.org/drawingml/2006/main">
              <a:ext uri="{FF2B5EF4-FFF2-40B4-BE49-F238E27FC236}">
                <a16:creationId xmlns:a16="http://schemas.microsoft.com/office/drawing/2014/main" id="{E53F591C-9E43-179D-176D-24989B8B7303}"/>
              </a:ext>
            </a:extLst>
          </p:cNvPr>
          <p:cNvSpPr>
            <a:spLocks xmlns:a="http://schemas.openxmlformats.org/drawingml/2006/main" noGrp="1"/>
          </p:cNvSpPr>
          <p:nvPr/>
        </p:nvSpPr>
        <p:spPr>
          <a:xfrm xmlns:a="http://schemas.openxmlformats.org/drawingml/2006/main">
            <a:off x="4851368" y="3365468"/>
            <a:ext cx="1866900" cy="647700"/>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00000"/>
              </a:lnSpc>
              <a:spcBef>
                <a:spcPts val="1300"/>
              </a:spcBef>
              <a:spcAft>
                <a:spcPts val="1300"/>
              </a:spcAft>
              <a:buFontTx/>
              <a:buNone/>
            </a:pPr>
            <a:r>
              <a:rPr sz="1600">
                <a:solidFill>
                  <a:srgbClr val="BCEF59"/>
                </a:solidFill>
                <a:latin typeface="Inter Medium"/>
                <a:ea typeface="Inter Medium"/>
                <a:cs typeface="Inter Medium"/>
              </a:rPr>
              <a:t>Models</a:t>
            </a:r>
          </a:p>
        </p:txBody>
      </p:sp>
      <p:sp>
        <p:nvSpPr>
          <p:cNvPr id="18" name="Content Placeholder 10">
            <a:extLst xmlns:a="http://schemas.openxmlformats.org/drawingml/2006/main">
              <a:ext uri="{FF2B5EF4-FFF2-40B4-BE49-F238E27FC236}">
                <a16:creationId xmlns:a16="http://schemas.microsoft.com/office/drawing/2014/main" id="{A7B38CBA-379D-8AEA-4C18-49046133E7A5}"/>
              </a:ext>
            </a:extLst>
          </p:cNvPr>
          <p:cNvSpPr>
            <a:spLocks xmlns:a="http://schemas.openxmlformats.org/drawingml/2006/main" noGrp="1"/>
          </p:cNvSpPr>
          <p:nvPr/>
        </p:nvSpPr>
        <p:spPr>
          <a:xfrm xmlns:a="http://schemas.openxmlformats.org/drawingml/2006/main">
            <a:off x="6972300" y="4356068"/>
            <a:ext cx="4826032" cy="647700"/>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00000"/>
              </a:lnSpc>
              <a:spcBef>
                <a:spcPts val="1300"/>
              </a:spcBef>
              <a:spcAft>
                <a:spcPts val="1300"/>
              </a:spcAft>
              <a:buFontTx/>
              <a:buNone/>
            </a:pPr>
            <a:r>
              <a:rPr sz="1600"/>
              <a:t>Scores with uncertainty over people, sleep-stage controls and a leakage audit.</a:t>
            </a:r>
          </a:p>
        </p:txBody>
      </p:sp>
      <p:sp>
        <p:nvSpPr>
          <p:cNvPr id="19" name="Content Placeholder 10">
            <a:extLst xmlns:a="http://schemas.openxmlformats.org/drawingml/2006/main">
              <a:ext uri="{FF2B5EF4-FFF2-40B4-BE49-F238E27FC236}">
                <a16:creationId xmlns:a16="http://schemas.microsoft.com/office/drawing/2014/main" id="{C558135D-EC8F-1FA0-D966-C8D4FA20ED2A}"/>
              </a:ext>
            </a:extLst>
          </p:cNvPr>
          <p:cNvSpPr>
            <a:spLocks xmlns:a="http://schemas.openxmlformats.org/drawingml/2006/main" noGrp="1"/>
          </p:cNvSpPr>
          <p:nvPr/>
        </p:nvSpPr>
        <p:spPr>
          <a:xfrm xmlns:a="http://schemas.openxmlformats.org/drawingml/2006/main">
            <a:off x="4851368" y="4356068"/>
            <a:ext cx="1866900" cy="647700"/>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00000"/>
              </a:lnSpc>
              <a:spcBef>
                <a:spcPts val="1300"/>
              </a:spcBef>
              <a:spcAft>
                <a:spcPts val="1300"/>
              </a:spcAft>
              <a:buFontTx/>
              <a:buNone/>
            </a:pPr>
            <a:r>
              <a:rPr sz="1600">
                <a:solidFill>
                  <a:srgbClr val="BCEF59"/>
                </a:solidFill>
                <a:latin typeface="Inter Medium"/>
                <a:ea typeface="Inter Medium"/>
                <a:cs typeface="Inter Medium"/>
              </a:rPr>
              <a:t>Evaluation</a:t>
            </a:r>
          </a:p>
        </p:txBody>
      </p:sp>
      <p:sp>
        <p:nvSpPr>
          <p:cNvPr id="20" name="Content Placeholder 10">
            <a:extLst xmlns:a="http://schemas.openxmlformats.org/drawingml/2006/main">
              <a:ext uri="{FF2B5EF4-FFF2-40B4-BE49-F238E27FC236}">
                <a16:creationId xmlns:a16="http://schemas.microsoft.com/office/drawing/2014/main" id="{59682F0D-6358-B00F-89D9-1AC37090297F}"/>
              </a:ext>
            </a:extLst>
          </p:cNvPr>
          <p:cNvSpPr>
            <a:spLocks xmlns:a="http://schemas.openxmlformats.org/drawingml/2006/main" noGrp="1"/>
          </p:cNvSpPr>
          <p:nvPr/>
        </p:nvSpPr>
        <p:spPr>
          <a:xfrm xmlns:a="http://schemas.openxmlformats.org/drawingml/2006/main">
            <a:off x="6972300" y="5359432"/>
            <a:ext cx="4826032" cy="647700"/>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00000"/>
              </a:lnSpc>
              <a:spcBef>
                <a:spcPts val="1300"/>
              </a:spcBef>
              <a:spcAft>
                <a:spcPts val="1300"/>
              </a:spcAft>
              <a:buFontTx/>
              <a:buNone/>
            </a:pPr>
            <a:r>
              <a:rPr sz="1600"/>
              <a:t>A results viewer, failure examples, installation steps and the advisor presentation.</a:t>
            </a:r>
          </a:p>
        </p:txBody>
      </p:sp>
      <p:sp>
        <p:nvSpPr>
          <p:cNvPr id="21" name="Content Placeholder 10">
            <a:extLst xmlns:a="http://schemas.openxmlformats.org/drawingml/2006/main">
              <a:ext uri="{FF2B5EF4-FFF2-40B4-BE49-F238E27FC236}">
                <a16:creationId xmlns:a16="http://schemas.microsoft.com/office/drawing/2014/main" id="{858787E0-CB4B-BCAC-702A-ECD3032DFC33}"/>
              </a:ext>
            </a:extLst>
          </p:cNvPr>
          <p:cNvSpPr>
            <a:spLocks xmlns:a="http://schemas.openxmlformats.org/drawingml/2006/main" noGrp="1"/>
          </p:cNvSpPr>
          <p:nvPr/>
        </p:nvSpPr>
        <p:spPr>
          <a:xfrm xmlns:a="http://schemas.openxmlformats.org/drawingml/2006/main">
            <a:off x="4851368" y="5359432"/>
            <a:ext cx="1866900" cy="647700"/>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00000"/>
              </a:lnSpc>
              <a:spcBef>
                <a:spcPts val="1300"/>
              </a:spcBef>
              <a:spcAft>
                <a:spcPts val="1300"/>
              </a:spcAft>
              <a:buFontTx/>
              <a:buNone/>
            </a:pPr>
            <a:r>
              <a:rPr sz="1600">
                <a:solidFill>
                  <a:srgbClr val="BCEF59"/>
                </a:solidFill>
                <a:latin typeface="Inter Medium"/>
                <a:ea typeface="Inter Medium"/>
                <a:cs typeface="Inter Medium"/>
              </a:rPr>
              <a:t>Demo and guide</a:t>
            </a:r>
          </a:p>
        </p:txBody>
      </p:sp>
      <p:sp>
        <p:nvSpPr>
          <p:cNvPr id="3" name="Google Shape;534;p58">
            <a:extLst xmlns:a="http://schemas.openxmlformats.org/drawingml/2006/main">
              <a:ext uri="{FF2B5EF4-FFF2-40B4-BE49-F238E27FC236}">
                <a16:creationId xmlns:a16="http://schemas.microsoft.com/office/drawing/2014/main" id="{982CDA0F-E73C-7EBB-EE08-FECCE69C5189}"/>
              </a:ext>
            </a:extLst>
          </p:cNvPr>
          <p:cNvSpPr>
            <a:spLocks xmlns:a="http://schemas.openxmlformats.org/drawingml/2006/main" noGrp="1"/>
          </p:cNvSpPr>
          <p:nvPr/>
        </p:nvSpPr>
        <p:spPr>
          <a:xfrm xmlns:a="http://schemas.openxmlformats.org/drawingml/2006/main">
            <a:off x="393668" y="2374868"/>
            <a:ext cx="3568732" cy="3619500"/>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pPr>
            <a:r>
              <a:rPr sz="2000">
                <a:latin typeface="Inter Medium"/>
                <a:ea typeface="Inter Medium"/>
                <a:cs typeface="Inter Medium"/>
              </a:rPr>
              <a:t>One student owns the complete small pipeline. A team of three or four can divide these roles once the baseline works. Each person should explain the shared experiment and identify their own contribution.</a:t>
            </a:r>
          </a:p>
        </p:txBody>
      </p:sp>
    </p:spTree>
    <p:extLst>
      <p:ext uri="{BB962C8B-B14F-4D97-AF65-F5344CB8AC3E}">
        <p14:creationId xmlns:p14="http://schemas.microsoft.com/office/powerpoint/2010/main" val="676116957"/>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12" name="Rounded Rectangle 11">
            <a:extLst xmlns:a="http://schemas.openxmlformats.org/drawingml/2006/main">
              <a:ext uri="{FF2B5EF4-FFF2-40B4-BE49-F238E27FC236}">
                <a16:creationId xmlns:a16="http://schemas.microsoft.com/office/drawing/2014/main" id="{86FC0B29-995A-397B-C2F3-07F01F976246}"/>
              </a:ext>
            </a:extLst>
          </p:cNvPr>
          <p:cNvSpPr>
            <a:spLocks xmlns:a="http://schemas.openxmlformats.org/drawingml/2006/main" noGrp="1"/>
          </p:cNvSpPr>
          <p:nvPr/>
        </p:nvSpPr>
        <p:spPr>
          <a:xfrm xmlns:a="http://schemas.openxmlformats.org/drawingml/2006/main">
            <a:off x="7833152" y="2134181"/>
            <a:ext cx="3568700" cy="3709944"/>
          </a:xfrm>
          <a:prstGeom xmlns:a="http://schemas.openxmlformats.org/drawingml/2006/main" prst="roundRect">
            <a:avLst>
              <a:gd name="adj" fmla="val 3585"/>
            </a:avLst>
          </a:prstGeom>
          <a:solidFill xmlns:a="http://schemas.openxmlformats.org/drawingml/2006/main">
            <a:srgbClr val="284638"/>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Footer Placeholder 6">
            <a:extLst xmlns:a="http://schemas.openxmlformats.org/drawingml/2006/main">
              <a:ext uri="{FF2B5EF4-FFF2-40B4-BE49-F238E27FC236}">
                <a16:creationId xmlns:a16="http://schemas.microsoft.com/office/drawing/2014/main" id="{3AC3A10F-8642-8154-9AEA-7110D289C62E}"/>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4" name="Slide Number Placeholder 3">
            <a:extLst xmlns:a="http://schemas.openxmlformats.org/drawingml/2006/main">
              <a:ext uri="{FF2B5EF4-FFF2-40B4-BE49-F238E27FC236}">
                <a16:creationId xmlns:a16="http://schemas.microsoft.com/office/drawing/2014/main" id="{6BBF0163-E4B1-61D1-776D-45470B16F0F4}"/>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a:lstStyle xmlns:a="http://schemas.openxmlformats.org/drawingml/2006/main"/>
          <a:p xmlns:a="http://schemas.openxmlformats.org/drawingml/2006/main">
            <a:fld id="{8574A810-7A8E-054F-9F6B-09E9C694ECF9}" type="slidenum">
              <a:t>8</a:t>
            </a:fld>
            <a:endParaRPr/>
          </a:p>
        </p:txBody>
      </p:sp>
      <p:sp>
        <p:nvSpPr>
          <p:cNvPr id="11" name="Title 10">
            <a:extLst xmlns:a="http://schemas.openxmlformats.org/drawingml/2006/main">
              <a:ext uri="{FF2B5EF4-FFF2-40B4-BE49-F238E27FC236}">
                <a16:creationId xmlns:a16="http://schemas.microsoft.com/office/drawing/2014/main" id="{9759E2FE-9F02-E1B4-EBBC-AA8624ACC339}"/>
              </a:ext>
            </a:extLst>
          </p:cNvPr>
          <p:cNvSpPr>
            <a:spLocks xmlns:a="http://schemas.openxmlformats.org/drawingml/2006/main" noGrp="1"/>
          </p:cNvSpPr>
          <p:nvPr>
            <p:ph type="title" idx="0"/>
          </p:nvPr>
        </p:nvSpPr>
        <p:spPr>
          <a:xfrm xmlns:a="http://schemas.openxmlformats.org/drawingml/2006/main">
            <a:off x="393668" y="344043"/>
            <a:ext cx="11404568" cy="1047464"/>
          </a:xfrm>
        </p:spPr>
        <p:txBody>
          <a:bodyPr xmlns:a="http://schemas.openxmlformats.org/drawingml/2006/main">
            <a:noAutofit/>
          </a:bodyPr>
          <a:lstStyle xmlns:a="http://schemas.openxmlformats.org/drawingml/2006/main"/>
          <a:p xmlns:a="http://schemas.openxmlformats.org/drawingml/2006/main">
            <a:r>
              <a:t>An example 12-week starting phase</a:t>
            </a:r>
          </a:p>
        </p:txBody>
      </p:sp>
      <p:cxnSp>
        <p:nvCxnSpPr>
          <p:cNvPr id="2" name="Google Shape;2259;p159">
            <a:extLst xmlns:a="http://schemas.openxmlformats.org/drawingml/2006/main">
              <a:ext uri="{FF2B5EF4-FFF2-40B4-BE49-F238E27FC236}">
                <a16:creationId xmlns:a16="http://schemas.microsoft.com/office/drawing/2014/main" id="{5CC1DC6F-63D9-4DBA-9428-CFE0815AB1A3}"/>
              </a:ext>
            </a:extLst>
          </p:cNvPr>
          <p:cNvCxnSpPr>
            <a:stCxn xmlns:a="http://schemas.openxmlformats.org/drawingml/2006/main" id="3" idx="2"/>
          </p:cNvCxnSpPr>
          <p:nvPr/>
        </p:nvCxnSpPr>
        <p:spPr>
          <a:xfrm xmlns:a="http://schemas.openxmlformats.org/drawingml/2006/main">
            <a:off x="337718" y="3373753"/>
            <a:ext cx="12245400" cy="300"/>
          </a:xfrm>
          <a:prstGeom xmlns:a="http://schemas.openxmlformats.org/drawingml/2006/main" prst="straightConnector1">
            <a:avLst/>
          </a:prstGeom>
          <a:ln xmlns:a="http://schemas.openxmlformats.org/drawingml/2006/main" w="12700" cap="flat">
            <a:solidFill>
              <a:srgbClr val="BCEF59"/>
            </a:solidFill>
            <a:prstDash val="solid"/>
            <a:round/>
            <a:headEnd type="none" w="med" len="med"/>
            <a:tailEnd type="none" w="med" len="med"/>
          </a:ln>
        </p:spPr>
      </p:cxnSp>
      <p:sp>
        <p:nvSpPr>
          <p:cNvPr id="3" name="Google Shape;2260;p159">
            <a:extLst xmlns:a="http://schemas.openxmlformats.org/drawingml/2006/main">
              <a:ext uri="{FF2B5EF4-FFF2-40B4-BE49-F238E27FC236}">
                <a16:creationId xmlns:a16="http://schemas.microsoft.com/office/drawing/2014/main" id="{39A86B1D-EA5D-3FA6-7D83-8F21D70E330E}"/>
              </a:ext>
            </a:extLst>
          </p:cNvPr>
          <p:cNvSpPr>
            <a:spLocks xmlns:a="http://schemas.openxmlformats.org/drawingml/2006/main" noGrp="1"/>
          </p:cNvSpPr>
          <p:nvPr/>
        </p:nvSpPr>
        <p:spPr>
          <a:xfrm xmlns:a="http://schemas.openxmlformats.org/drawingml/2006/main">
            <a:off x="337718" y="3320203"/>
            <a:ext cx="107100" cy="107100"/>
          </a:xfrm>
          <a:prstGeom xmlns:a="http://schemas.openxmlformats.org/drawingml/2006/main" prst="ellipse">
            <a:avLst/>
          </a:prstGeom>
          <a:solidFill xmlns:a="http://schemas.openxmlformats.org/drawingml/2006/main">
            <a:srgbClr val="BCEF59"/>
          </a:solidFill>
          <a:ln xmlns:a="http://schemas.openxmlformats.org/drawingml/2006/main">
            <a:solidFill>
              <a:srgbClr val="BCEF59"/>
            </a:solid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ctr">
              <a:lnSpc>
                <a:spcPct val="100000"/>
              </a:lnSpc>
              <a:spcBef>
                <a:spcPts val="0"/>
              </a:spcBef>
              <a:spcAft>
                <a:spcPts val="0"/>
              </a:spcAft>
              <a:buNone/>
            </a:pPr>
            <a:endParaRPr>
              <a:latin typeface="OpenAI Sans"/>
              <a:ea typeface="OpenAI Sans"/>
              <a:cs typeface="OpenAI Sans"/>
            </a:endParaRPr>
          </a:p>
        </p:txBody>
      </p:sp>
      <p:sp>
        <p:nvSpPr>
          <p:cNvPr id="5" name="Google Shape;2261;p159">
            <a:extLst xmlns:a="http://schemas.openxmlformats.org/drawingml/2006/main">
              <a:ext uri="{FF2B5EF4-FFF2-40B4-BE49-F238E27FC236}">
                <a16:creationId xmlns:a16="http://schemas.microsoft.com/office/drawing/2014/main" id="{A1013DAF-A2C3-BC42-73D5-9D8AB55DCA94}"/>
              </a:ext>
            </a:extLst>
          </p:cNvPr>
          <p:cNvSpPr>
            <a:spLocks xmlns:a="http://schemas.openxmlformats.org/drawingml/2006/main" noGrp="1"/>
          </p:cNvSpPr>
          <p:nvPr/>
        </p:nvSpPr>
        <p:spPr>
          <a:xfrm xmlns:a="http://schemas.openxmlformats.org/drawingml/2006/main">
            <a:off x="4251750" y="3320203"/>
            <a:ext cx="107100" cy="107100"/>
          </a:xfrm>
          <a:prstGeom xmlns:a="http://schemas.openxmlformats.org/drawingml/2006/main" prst="ellipse">
            <a:avLst/>
          </a:prstGeom>
          <a:solidFill xmlns:a="http://schemas.openxmlformats.org/drawingml/2006/main">
            <a:srgbClr val="BCEF59"/>
          </a:solidFill>
          <a:ln xmlns:a="http://schemas.openxmlformats.org/drawingml/2006/main">
            <a:solidFill>
              <a:srgbClr val="BCEF59"/>
            </a:solid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ctr">
              <a:lnSpc>
                <a:spcPct val="100000"/>
              </a:lnSpc>
              <a:spcBef>
                <a:spcPts val="0"/>
              </a:spcBef>
              <a:spcAft>
                <a:spcPts val="0"/>
              </a:spcAft>
              <a:buNone/>
            </a:pPr>
            <a:endParaRPr>
              <a:latin typeface="OpenAI Sans"/>
              <a:ea typeface="OpenAI Sans"/>
              <a:cs typeface="OpenAI Sans"/>
            </a:endParaRPr>
          </a:p>
        </p:txBody>
      </p:sp>
      <p:sp>
        <p:nvSpPr>
          <p:cNvPr id="6" name="Google Shape;2262;p159">
            <a:extLst xmlns:a="http://schemas.openxmlformats.org/drawingml/2006/main">
              <a:ext uri="{FF2B5EF4-FFF2-40B4-BE49-F238E27FC236}">
                <a16:creationId xmlns:a16="http://schemas.microsoft.com/office/drawing/2014/main" id="{4654A74A-2C40-A8C6-E9F9-43C58A3ADE20}"/>
              </a:ext>
            </a:extLst>
          </p:cNvPr>
          <p:cNvSpPr>
            <a:spLocks xmlns:a="http://schemas.openxmlformats.org/drawingml/2006/main" noGrp="1"/>
          </p:cNvSpPr>
          <p:nvPr/>
        </p:nvSpPr>
        <p:spPr>
          <a:xfrm xmlns:a="http://schemas.openxmlformats.org/drawingml/2006/main">
            <a:off x="8176050" y="3320203"/>
            <a:ext cx="107100" cy="107100"/>
          </a:xfrm>
          <a:prstGeom xmlns:a="http://schemas.openxmlformats.org/drawingml/2006/main" prst="ellipse">
            <a:avLst/>
          </a:prstGeom>
          <a:solidFill xmlns:a="http://schemas.openxmlformats.org/drawingml/2006/main">
            <a:srgbClr val="BCEF59"/>
          </a:solidFill>
          <a:ln xmlns:a="http://schemas.openxmlformats.org/drawingml/2006/main">
            <a:solidFill>
              <a:srgbClr val="BCEF59"/>
            </a:solid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ctr">
              <a:lnSpc>
                <a:spcPct val="100000"/>
              </a:lnSpc>
              <a:spcBef>
                <a:spcPts val="0"/>
              </a:spcBef>
              <a:spcAft>
                <a:spcPts val="0"/>
              </a:spcAft>
              <a:buNone/>
            </a:pPr>
            <a:endParaRPr>
              <a:latin typeface="OpenAI Sans"/>
              <a:ea typeface="OpenAI Sans"/>
              <a:cs typeface="OpenAI Sans"/>
            </a:endParaRPr>
          </a:p>
        </p:txBody>
      </p:sp>
      <p:sp>
        <p:nvSpPr>
          <p:cNvPr id="9" name="Content Placeholder 15">
            <a:extLst xmlns:a="http://schemas.openxmlformats.org/drawingml/2006/main">
              <a:ext uri="{FF2B5EF4-FFF2-40B4-BE49-F238E27FC236}">
                <a16:creationId xmlns:a16="http://schemas.microsoft.com/office/drawing/2014/main" id="{76C75857-E8EA-1B37-0464-3C7048D7FBEB}"/>
              </a:ext>
            </a:extLst>
          </p:cNvPr>
          <p:cNvSpPr>
            <a:spLocks xmlns:a="http://schemas.openxmlformats.org/drawingml/2006/main" noGrp="1"/>
          </p:cNvSpPr>
          <p:nvPr/>
        </p:nvSpPr>
        <p:spPr>
          <a:xfrm xmlns:a="http://schemas.openxmlformats.org/drawingml/2006/main">
            <a:off x="393668" y="2843308"/>
            <a:ext cx="1612868" cy="262414"/>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None/>
              <a:defRPr sz="1600" kern="1200">
                <a:solidFill>
                  <a:schemeClr val="tx1"/>
                </a:solidFill>
                <a:latin typeface="+mn-lt"/>
                <a:ea typeface="+mn-lt"/>
                <a:cs typeface="+mn-lt"/>
              </a:defRPr>
            </a:lvl1pPr>
            <a:lvl2pPr marL="685800" indent="-228600" algn="l" defTabSz="914400">
              <a:lnSpc>
                <a:spcPct val="90000"/>
              </a:lnSpc>
              <a:spcBef>
                <a:spcPts val="500"/>
              </a:spcBef>
              <a:buFont typeface="Arial"/>
              <a:buNone/>
              <a:defRPr sz="1600" kern="1200">
                <a:solidFill>
                  <a:schemeClr val="tx1"/>
                </a:solidFill>
                <a:latin typeface="+mn-lt"/>
                <a:ea typeface="+mn-lt"/>
                <a:cs typeface="+mn-lt"/>
              </a:defRPr>
            </a:lvl2pPr>
            <a:lvl3pPr marL="1143000" indent="-228600" algn="l" defTabSz="914400">
              <a:lnSpc>
                <a:spcPct val="90000"/>
              </a:lnSpc>
              <a:spcBef>
                <a:spcPts val="500"/>
              </a:spcBef>
              <a:buFont typeface="Arial"/>
              <a:buNone/>
              <a:defRPr sz="1600" kern="1200">
                <a:solidFill>
                  <a:schemeClr val="tx1"/>
                </a:solidFill>
                <a:latin typeface="+mn-lt"/>
                <a:ea typeface="+mn-lt"/>
                <a:cs typeface="+mn-lt"/>
              </a:defRPr>
            </a:lvl3pPr>
            <a:lvl4pPr marL="1600200" indent="-228600" algn="l" defTabSz="914400">
              <a:lnSpc>
                <a:spcPct val="90000"/>
              </a:lnSpc>
              <a:spcBef>
                <a:spcPts val="500"/>
              </a:spcBef>
              <a:buFont typeface="Arial"/>
              <a:buNone/>
              <a:defRPr sz="1600" kern="1200">
                <a:solidFill>
                  <a:schemeClr val="tx1"/>
                </a:solidFill>
                <a:latin typeface="+mn-lt"/>
                <a:ea typeface="+mn-lt"/>
                <a:cs typeface="+mn-lt"/>
              </a:defRPr>
            </a:lvl4pPr>
            <a:lvl5pPr marL="2057400" indent="-228600" algn="l" defTabSz="914400">
              <a:lnSpc>
                <a:spcPct val="90000"/>
              </a:lnSpc>
              <a:spcBef>
                <a:spcPts val="500"/>
              </a:spcBef>
              <a:buFont typeface="Arial"/>
              <a:buNone/>
              <a:defRPr sz="16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None/>
            </a:pPr>
            <a:r>
              <a:rPr sz="1400" b="1">
                <a:solidFill>
                  <a:srgbClr val="BCEF59"/>
                </a:solidFill>
                <a:latin typeface="Inter SemiBold"/>
                <a:ea typeface="Inter SemiBold"/>
                <a:cs typeface="Inter SemiBold"/>
              </a:rPr>
              <a:t>Weeks 1-4</a:t>
            </a:r>
          </a:p>
        </p:txBody>
      </p:sp>
      <p:sp>
        <p:nvSpPr>
          <p:cNvPr id="13" name="Content Placeholder 15">
            <a:extLst xmlns:a="http://schemas.openxmlformats.org/drawingml/2006/main">
              <a:ext uri="{FF2B5EF4-FFF2-40B4-BE49-F238E27FC236}">
                <a16:creationId xmlns:a16="http://schemas.microsoft.com/office/drawing/2014/main" id="{76AEECBA-C292-6302-8A8E-7EB14A54E420}"/>
              </a:ext>
            </a:extLst>
          </p:cNvPr>
          <p:cNvSpPr>
            <a:spLocks xmlns:a="http://schemas.openxmlformats.org/drawingml/2006/main" noGrp="1"/>
          </p:cNvSpPr>
          <p:nvPr/>
        </p:nvSpPr>
        <p:spPr>
          <a:xfrm xmlns:a="http://schemas.openxmlformats.org/drawingml/2006/main">
            <a:off x="4294156" y="2843308"/>
            <a:ext cx="1612868" cy="262414"/>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None/>
              <a:defRPr sz="1600" kern="1200">
                <a:solidFill>
                  <a:schemeClr val="tx1"/>
                </a:solidFill>
                <a:latin typeface="+mn-lt"/>
                <a:ea typeface="+mn-lt"/>
                <a:cs typeface="+mn-lt"/>
              </a:defRPr>
            </a:lvl1pPr>
            <a:lvl2pPr marL="685800" indent="-228600" algn="l" defTabSz="914400">
              <a:lnSpc>
                <a:spcPct val="90000"/>
              </a:lnSpc>
              <a:spcBef>
                <a:spcPts val="500"/>
              </a:spcBef>
              <a:buFont typeface="Arial"/>
              <a:buNone/>
              <a:defRPr sz="1600" kern="1200">
                <a:solidFill>
                  <a:schemeClr val="tx1"/>
                </a:solidFill>
                <a:latin typeface="+mn-lt"/>
                <a:ea typeface="+mn-lt"/>
                <a:cs typeface="+mn-lt"/>
              </a:defRPr>
            </a:lvl2pPr>
            <a:lvl3pPr marL="1143000" indent="-228600" algn="l" defTabSz="914400">
              <a:lnSpc>
                <a:spcPct val="90000"/>
              </a:lnSpc>
              <a:spcBef>
                <a:spcPts val="500"/>
              </a:spcBef>
              <a:buFont typeface="Arial"/>
              <a:buNone/>
              <a:defRPr sz="1600" kern="1200">
                <a:solidFill>
                  <a:schemeClr val="tx1"/>
                </a:solidFill>
                <a:latin typeface="+mn-lt"/>
                <a:ea typeface="+mn-lt"/>
                <a:cs typeface="+mn-lt"/>
              </a:defRPr>
            </a:lvl3pPr>
            <a:lvl4pPr marL="1600200" indent="-228600" algn="l" defTabSz="914400">
              <a:lnSpc>
                <a:spcPct val="90000"/>
              </a:lnSpc>
              <a:spcBef>
                <a:spcPts val="500"/>
              </a:spcBef>
              <a:buFont typeface="Arial"/>
              <a:buNone/>
              <a:defRPr sz="1600" kern="1200">
                <a:solidFill>
                  <a:schemeClr val="tx1"/>
                </a:solidFill>
                <a:latin typeface="+mn-lt"/>
                <a:ea typeface="+mn-lt"/>
                <a:cs typeface="+mn-lt"/>
              </a:defRPr>
            </a:lvl4pPr>
            <a:lvl5pPr marL="2057400" indent="-228600" algn="l" defTabSz="914400">
              <a:lnSpc>
                <a:spcPct val="90000"/>
              </a:lnSpc>
              <a:spcBef>
                <a:spcPts val="500"/>
              </a:spcBef>
              <a:buFont typeface="Arial"/>
              <a:buNone/>
              <a:defRPr sz="16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None/>
            </a:pPr>
            <a:r>
              <a:rPr sz="1400" b="1">
                <a:solidFill>
                  <a:srgbClr val="BCEF59"/>
                </a:solidFill>
                <a:latin typeface="Inter SemiBold"/>
                <a:ea typeface="Inter SemiBold"/>
                <a:cs typeface="Inter SemiBold"/>
              </a:rPr>
              <a:t>Weeks 5-8</a:t>
            </a:r>
          </a:p>
        </p:txBody>
      </p:sp>
      <p:sp>
        <p:nvSpPr>
          <p:cNvPr id="14" name="Content Placeholder 15">
            <a:extLst xmlns:a="http://schemas.openxmlformats.org/drawingml/2006/main">
              <a:ext uri="{FF2B5EF4-FFF2-40B4-BE49-F238E27FC236}">
                <a16:creationId xmlns:a16="http://schemas.microsoft.com/office/drawing/2014/main" id="{95982BB0-2387-9BAA-9F14-F45500C04700}"/>
              </a:ext>
            </a:extLst>
          </p:cNvPr>
          <p:cNvSpPr>
            <a:spLocks xmlns:a="http://schemas.openxmlformats.org/drawingml/2006/main" noGrp="1"/>
          </p:cNvSpPr>
          <p:nvPr/>
        </p:nvSpPr>
        <p:spPr>
          <a:xfrm xmlns:a="http://schemas.openxmlformats.org/drawingml/2006/main">
            <a:off x="8223218" y="2843308"/>
            <a:ext cx="1612868" cy="262414"/>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None/>
              <a:defRPr sz="1600" kern="1200">
                <a:solidFill>
                  <a:schemeClr val="tx1"/>
                </a:solidFill>
                <a:latin typeface="+mn-lt"/>
                <a:ea typeface="+mn-lt"/>
                <a:cs typeface="+mn-lt"/>
              </a:defRPr>
            </a:lvl1pPr>
            <a:lvl2pPr marL="685800" indent="-228600" algn="l" defTabSz="914400">
              <a:lnSpc>
                <a:spcPct val="90000"/>
              </a:lnSpc>
              <a:spcBef>
                <a:spcPts val="500"/>
              </a:spcBef>
              <a:buFont typeface="Arial"/>
              <a:buNone/>
              <a:defRPr sz="1600" kern="1200">
                <a:solidFill>
                  <a:schemeClr val="tx1"/>
                </a:solidFill>
                <a:latin typeface="+mn-lt"/>
                <a:ea typeface="+mn-lt"/>
                <a:cs typeface="+mn-lt"/>
              </a:defRPr>
            </a:lvl2pPr>
            <a:lvl3pPr marL="1143000" indent="-228600" algn="l" defTabSz="914400">
              <a:lnSpc>
                <a:spcPct val="90000"/>
              </a:lnSpc>
              <a:spcBef>
                <a:spcPts val="500"/>
              </a:spcBef>
              <a:buFont typeface="Arial"/>
              <a:buNone/>
              <a:defRPr sz="1600" kern="1200">
                <a:solidFill>
                  <a:schemeClr val="tx1"/>
                </a:solidFill>
                <a:latin typeface="+mn-lt"/>
                <a:ea typeface="+mn-lt"/>
                <a:cs typeface="+mn-lt"/>
              </a:defRPr>
            </a:lvl3pPr>
            <a:lvl4pPr marL="1600200" indent="-228600" algn="l" defTabSz="914400">
              <a:lnSpc>
                <a:spcPct val="90000"/>
              </a:lnSpc>
              <a:spcBef>
                <a:spcPts val="500"/>
              </a:spcBef>
              <a:buFont typeface="Arial"/>
              <a:buNone/>
              <a:defRPr sz="1600" kern="1200">
                <a:solidFill>
                  <a:schemeClr val="tx1"/>
                </a:solidFill>
                <a:latin typeface="+mn-lt"/>
                <a:ea typeface="+mn-lt"/>
                <a:cs typeface="+mn-lt"/>
              </a:defRPr>
            </a:lvl4pPr>
            <a:lvl5pPr marL="2057400" indent="-228600" algn="l" defTabSz="914400">
              <a:lnSpc>
                <a:spcPct val="90000"/>
              </a:lnSpc>
              <a:spcBef>
                <a:spcPts val="500"/>
              </a:spcBef>
              <a:buFont typeface="Arial"/>
              <a:buNone/>
              <a:defRPr sz="16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None/>
            </a:pPr>
            <a:r>
              <a:rPr sz="1400" b="1">
                <a:solidFill>
                  <a:srgbClr val="BCEF59"/>
                </a:solidFill>
                <a:latin typeface="Inter SemiBold"/>
                <a:ea typeface="Inter SemiBold"/>
                <a:cs typeface="Inter SemiBold"/>
              </a:rPr>
              <a:t>Weeks 9-12</a:t>
            </a:r>
          </a:p>
        </p:txBody>
      </p:sp>
      <p:sp>
        <p:nvSpPr>
          <p:cNvPr id="8" name="Text Placeholder 16">
            <a:extLst xmlns:a="http://schemas.openxmlformats.org/drawingml/2006/main">
              <a:ext uri="{FF2B5EF4-FFF2-40B4-BE49-F238E27FC236}">
                <a16:creationId xmlns:a16="http://schemas.microsoft.com/office/drawing/2014/main" id="{D0EE3B6B-F07C-271E-2F97-41D7686F1C33}"/>
              </a:ext>
            </a:extLst>
          </p:cNvPr>
          <p:cNvSpPr>
            <a:spLocks xmlns:a="http://schemas.openxmlformats.org/drawingml/2006/main" noGrp="1"/>
          </p:cNvSpPr>
          <p:nvPr/>
        </p:nvSpPr>
        <p:spPr>
          <a:xfrm xmlns:a="http://schemas.openxmlformats.org/drawingml/2006/main">
            <a:off x="4317111" y="3822668"/>
            <a:ext cx="3156109" cy="1586294"/>
          </a:xfrm>
          <a:prstGeom xmlns:a="http://schemas.openxmlformats.org/drawingml/2006/main" prst="rect">
            <a:avLst/>
          </a:prstGeom>
        </p:spPr>
        <p:txBody>
          <a:bodyPr xmlns:a="http://schemas.openxmlformats.org/drawingml/2006/main"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pPr>
            <a:r>
              <a:rPr sz="1600"/>
              <a:t>One controlled study</a:t>
            </a:r>
          </a:p>
          <a:p xmlns:a="http://schemas.openxmlformats.org/drawingml/2006/main">
            <a:pPr marL="0" indent="0">
              <a:lnSpc>
                <a:spcPct val="114000"/>
              </a:lnSpc>
              <a:spcBef>
                <a:spcPts val="0"/>
              </a:spcBef>
              <a:spcAft>
                <a:spcPts val="800"/>
              </a:spcAft>
              <a:buFont typeface="Arial"/>
              <a:buNone/>
            </a:pPr>
            <a:r>
              <a:rPr sz="1600"/>
              <a:t>Run a GPU pilot. Freeze the comparison. Test pooling and inspect errors before considering an extension.</a:t>
            </a:r>
          </a:p>
        </p:txBody>
      </p:sp>
      <p:sp>
        <p:nvSpPr>
          <p:cNvPr id="15" name="Text Placeholder 16">
            <a:extLst xmlns:a="http://schemas.openxmlformats.org/drawingml/2006/main">
              <a:ext uri="{FF2B5EF4-FFF2-40B4-BE49-F238E27FC236}">
                <a16:creationId xmlns:a16="http://schemas.microsoft.com/office/drawing/2014/main" id="{B3EA0E10-C778-6971-AFB5-9B9B52B082D5}"/>
              </a:ext>
            </a:extLst>
          </p:cNvPr>
          <p:cNvSpPr>
            <a:spLocks xmlns:a="http://schemas.openxmlformats.org/drawingml/2006/main" noGrp="1"/>
          </p:cNvSpPr>
          <p:nvPr/>
        </p:nvSpPr>
        <p:spPr>
          <a:xfrm xmlns:a="http://schemas.openxmlformats.org/drawingml/2006/main">
            <a:off x="399859" y="3822668"/>
            <a:ext cx="3156109" cy="1586294"/>
          </a:xfrm>
          <a:prstGeom xmlns:a="http://schemas.openxmlformats.org/drawingml/2006/main" prst="rect">
            <a:avLst/>
          </a:prstGeom>
        </p:spPr>
        <p:txBody>
          <a:bodyPr xmlns:a="http://schemas.openxmlformats.org/drawingml/2006/main"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pPr>
            <a:r>
              <a:rPr sz="1600"/>
              <a:t>A baseline we understand</a:t>
            </a:r>
          </a:p>
          <a:p xmlns:a="http://schemas.openxmlformats.org/drawingml/2006/main">
            <a:pPr marL="0" indent="0">
              <a:lnSpc>
                <a:spcPct val="114000"/>
              </a:lnSpc>
              <a:spcBef>
                <a:spcPts val="0"/>
              </a:spcBef>
              <a:spcAft>
                <a:spcPts val="800"/>
              </a:spcAft>
              <a:buFont typeface="Arial"/>
              <a:buNone/>
            </a:pPr>
            <a:r>
              <a:rPr sz="1600"/>
              <a:t>Confirm labels and splits. Plot the EEG. Fit the spectral classifier and check sleep-stage controls.</a:t>
            </a:r>
          </a:p>
        </p:txBody>
      </p:sp>
      <p:sp>
        <p:nvSpPr>
          <p:cNvPr id="19" name="Text Placeholder 16">
            <a:extLst xmlns:a="http://schemas.openxmlformats.org/drawingml/2006/main">
              <a:ext uri="{FF2B5EF4-FFF2-40B4-BE49-F238E27FC236}">
                <a16:creationId xmlns:a16="http://schemas.microsoft.com/office/drawing/2014/main" id="{5A9F39A9-7A23-0F85-F761-1AB9FA6B8FDE}"/>
              </a:ext>
            </a:extLst>
          </p:cNvPr>
          <p:cNvSpPr>
            <a:spLocks xmlns:a="http://schemas.openxmlformats.org/drawingml/2006/main" noGrp="1"/>
          </p:cNvSpPr>
          <p:nvPr/>
        </p:nvSpPr>
        <p:spPr>
          <a:xfrm xmlns:a="http://schemas.openxmlformats.org/drawingml/2006/main">
            <a:off x="8177879" y="3822668"/>
            <a:ext cx="3156109" cy="1586294"/>
          </a:xfrm>
          <a:prstGeom xmlns:a="http://schemas.openxmlformats.org/drawingml/2006/main" prst="rect">
            <a:avLst/>
          </a:prstGeom>
        </p:spPr>
        <p:txBody>
          <a:bodyPr xmlns:a="http://schemas.openxmlformats.org/drawingml/2006/main"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pPr>
            <a:r>
              <a:rPr sz="1600"/>
              <a:t>A result we can communicate</a:t>
            </a:r>
          </a:p>
          <a:p xmlns:a="http://schemas.openxmlformats.org/drawingml/2006/main">
            <a:pPr marL="0" indent="0">
              <a:lnSpc>
                <a:spcPct val="114000"/>
              </a:lnSpc>
              <a:spcBef>
                <a:spcPts val="0"/>
              </a:spcBef>
              <a:spcAft>
                <a:spcPts val="800"/>
              </a:spcAft>
              <a:buFont typeface="Arial"/>
              <a:buNone/>
            </a:pPr>
            <a:r>
              <a:rPr sz="1600"/>
              <a:t>Package the demo and code. Write the report. Present the limitations and a justified next step.</a:t>
            </a:r>
          </a:p>
        </p:txBody>
      </p:sp>
    </p:spTree>
    <p:extLst>
      <p:ext uri="{BB962C8B-B14F-4D97-AF65-F5344CB8AC3E}">
        <p14:creationId xmlns:p14="http://schemas.microsoft.com/office/powerpoint/2010/main" val="3446338916"/>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6" name="Rounded Rectangle 5">
            <a:extLst xmlns:a="http://schemas.openxmlformats.org/drawingml/2006/main">
              <a:ext uri="{FF2B5EF4-FFF2-40B4-BE49-F238E27FC236}">
                <a16:creationId xmlns:a16="http://schemas.microsoft.com/office/drawing/2014/main" id="{3595FF69-AA88-8653-2D13-3E0289A12A44}"/>
              </a:ext>
            </a:extLst>
          </p:cNvPr>
          <p:cNvSpPr>
            <a:spLocks xmlns:a="http://schemas.openxmlformats.org/drawingml/2006/main" noGrp="1"/>
          </p:cNvSpPr>
          <p:nvPr/>
        </p:nvSpPr>
        <p:spPr>
          <a:xfrm xmlns:a="http://schemas.openxmlformats.org/drawingml/2006/main">
            <a:off x="393700" y="3022600"/>
            <a:ext cx="3568700" cy="2971800"/>
          </a:xfrm>
          <a:prstGeom xmlns:a="http://schemas.openxmlformats.org/drawingml/2006/main" prst="roundRect">
            <a:avLst>
              <a:gd name="adj" fmla="val 3585"/>
            </a:avLst>
          </a:prstGeom>
          <a:solidFill xmlns:a="http://schemas.openxmlformats.org/drawingml/2006/main">
            <a:srgbClr val="284638"/>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Rounded Rectangle 6">
            <a:extLst xmlns:a="http://schemas.openxmlformats.org/drawingml/2006/main">
              <a:ext uri="{FF2B5EF4-FFF2-40B4-BE49-F238E27FC236}">
                <a16:creationId xmlns:a16="http://schemas.microsoft.com/office/drawing/2014/main" id="{E3AFD29D-9AD2-841D-0915-B4BDDC09C0B7}"/>
              </a:ext>
            </a:extLst>
          </p:cNvPr>
          <p:cNvSpPr>
            <a:spLocks xmlns:a="http://schemas.openxmlformats.org/drawingml/2006/main" noGrp="1"/>
          </p:cNvSpPr>
          <p:nvPr/>
        </p:nvSpPr>
        <p:spPr>
          <a:xfrm xmlns:a="http://schemas.openxmlformats.org/drawingml/2006/main">
            <a:off x="4311650" y="3022600"/>
            <a:ext cx="3568700" cy="2971800"/>
          </a:xfrm>
          <a:prstGeom xmlns:a="http://schemas.openxmlformats.org/drawingml/2006/main" prst="roundRect">
            <a:avLst>
              <a:gd name="adj" fmla="val 3585"/>
            </a:avLst>
          </a:prstGeom>
          <a:solidFill xmlns:a="http://schemas.openxmlformats.org/drawingml/2006/main">
            <a:srgbClr val="284638"/>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 name="Rounded Rectangle 7">
            <a:extLst xmlns:a="http://schemas.openxmlformats.org/drawingml/2006/main">
              <a:ext uri="{FF2B5EF4-FFF2-40B4-BE49-F238E27FC236}">
                <a16:creationId xmlns:a16="http://schemas.microsoft.com/office/drawing/2014/main" id="{7A10D6BE-4B8A-E31D-9AC6-AEB4FCD518B2}"/>
              </a:ext>
            </a:extLst>
          </p:cNvPr>
          <p:cNvSpPr>
            <a:spLocks xmlns:a="http://schemas.openxmlformats.org/drawingml/2006/main" noGrp="1"/>
          </p:cNvSpPr>
          <p:nvPr/>
        </p:nvSpPr>
        <p:spPr>
          <a:xfrm xmlns:a="http://schemas.openxmlformats.org/drawingml/2006/main">
            <a:off x="8232297" y="3022600"/>
            <a:ext cx="3568700" cy="2971800"/>
          </a:xfrm>
          <a:prstGeom xmlns:a="http://schemas.openxmlformats.org/drawingml/2006/main" prst="roundRect">
            <a:avLst>
              <a:gd name="adj" fmla="val 3585"/>
            </a:avLst>
          </a:prstGeom>
          <a:solidFill xmlns:a="http://schemas.openxmlformats.org/drawingml/2006/main">
            <a:srgbClr val="284638"/>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 name="Slide Number Placeholder 1">
            <a:extLst xmlns:a="http://schemas.openxmlformats.org/drawingml/2006/main">
              <a:ext uri="{FF2B5EF4-FFF2-40B4-BE49-F238E27FC236}">
                <a16:creationId xmlns:a16="http://schemas.microsoft.com/office/drawing/2014/main" id="{908090F4-C2CE-1329-8725-AC98A6AF8F60}"/>
              </a:ext>
            </a:extLst>
          </p:cNvPr>
          <p:cNvSpPr>
            <a:spLocks xmlns:a="http://schemas.openxmlformats.org/drawingml/2006/main" noGrp="1"/>
          </p:cNvSpPr>
          <p:nvPr>
            <p:ph type="sldNum" idx="4"/>
          </p:nvPr>
        </p:nvSpPr>
        <p:spPr/>
        <p:txBody>
          <a:bodyPr xmlns:a="http://schemas.openxmlformats.org/drawingml/2006/main"/>
          <a:lstStyle xmlns:a="http://schemas.openxmlformats.org/drawingml/2006/main"/>
          <a:p xmlns:a="http://schemas.openxmlformats.org/drawingml/2006/main">
            <a:fld id="{00000000-1234-1234-1234-123412341234}" type="slidenum">
              <a:t>9</a:t>
            </a:fld>
            <a:endParaRPr/>
          </a:p>
        </p:txBody>
      </p:sp>
      <p:sp>
        <p:nvSpPr>
          <p:cNvPr id="3" name="Title 2">
            <a:extLst xmlns:a="http://schemas.openxmlformats.org/drawingml/2006/main">
              <a:ext uri="{FF2B5EF4-FFF2-40B4-BE49-F238E27FC236}">
                <a16:creationId xmlns:a16="http://schemas.microsoft.com/office/drawing/2014/main" id="{B64EBD68-6C7C-E1E5-F754-A2CABD28D4B1}"/>
              </a:ext>
            </a:extLst>
          </p:cNvPr>
          <p:cNvSpPr>
            <a:spLocks xmlns:a="http://schemas.openxmlformats.org/drawingml/2006/main" noGrp="1"/>
          </p:cNvSpPr>
          <p:nvPr>
            <p:ph type="title" idx="0"/>
          </p:nvPr>
        </p:nvSpPr>
        <p:spPr>
          <a:xfrm xmlns:a="http://schemas.openxmlformats.org/drawingml/2006/main">
            <a:off x="393668" y="344043"/>
            <a:ext cx="11404568" cy="1047464"/>
          </a:xfrm>
        </p:spPr>
        <p:txBody>
          <a:bodyPr xmlns:a="http://schemas.openxmlformats.org/drawingml/2006/main">
            <a:noAutofit/>
          </a:bodyPr>
          <a:lstStyle xmlns:a="http://schemas.openxmlformats.org/drawingml/2006/main"/>
          <a:p xmlns:a="http://schemas.openxmlformats.org/drawingml/2006/main">
            <a:r>
              <a:t>A controlled study with a fixed budget</a:t>
            </a:r>
            <a:endParaRPr/>
          </a:p>
        </p:txBody>
      </p:sp>
      <p:sp>
        <p:nvSpPr>
          <p:cNvPr id="10" name="Content Placeholder 9">
            <a:extLst xmlns:a="http://schemas.openxmlformats.org/drawingml/2006/main">
              <a:ext uri="{FF2B5EF4-FFF2-40B4-BE49-F238E27FC236}">
                <a16:creationId xmlns:a16="http://schemas.microsoft.com/office/drawing/2014/main" id="{E8352425-466B-B7C0-4556-B12F3F4F6DB3}"/>
              </a:ext>
            </a:extLst>
          </p:cNvPr>
          <p:cNvSpPr>
            <a:spLocks xmlns:a="http://schemas.openxmlformats.org/drawingml/2006/main" noGrp="1"/>
          </p:cNvSpPr>
          <p:nvPr>
            <p:ph idx="4294967295"/>
          </p:nvPr>
        </p:nvSpPr>
        <p:spPr>
          <a:xfrm xmlns:a="http://schemas.openxmlformats.org/drawingml/2006/main">
            <a:off x="702374" y="4900613"/>
            <a:ext cx="2949607" cy="819150"/>
          </a:xfrm>
        </p:spPr>
        <p:txBody>
          <a:bodyPr xmlns:a="http://schemas.openxmlformats.org/drawingml/2006/main">
            <a:noAutofit/>
          </a:bodyPr>
          <a:lstStyle xmlns:a="http://schemas.openxmlformats.org/drawingml/2006/main"/>
          <a:p xmlns:a="http://schemas.openxmlformats.org/drawingml/2006/main">
            <a:pPr marL="0" marR="0" lvl="0" indent="0" algn="l" defTabSz="914400">
              <a:lnSpc>
                <a:spcPct val="100000"/>
              </a:lnSpc>
              <a:spcBef>
                <a:spcPts val="1300"/>
              </a:spcBef>
              <a:spcAft>
                <a:spcPts val="1300"/>
              </a:spcAft>
              <a:buClrTx/>
              <a:buSzTx/>
              <a:buFontTx/>
              <a:buNone/>
            </a:pPr>
            <a:r>
              <a:rPr sz="1600" b="0" i="0" u="none" strike="noStrike" cap="none" spc="0" baseline="0">
                <a:ln>
                  <a:noFill/>
                </a:ln>
                <a:latin typeface="Helvetica Neue"/>
                <a:ea typeface="Helvetica Neue"/>
                <a:cs typeface="Helvetica Neue"/>
              </a:rPr>
              <a:t>Logistic classifier, tiny transformer and pooling variant.</a:t>
            </a:r>
          </a:p>
        </p:txBody>
      </p:sp>
      <p:sp>
        <p:nvSpPr>
          <p:cNvPr id="11" name="Content Placeholder 10">
            <a:extLst xmlns:a="http://schemas.openxmlformats.org/drawingml/2006/main">
              <a:ext uri="{FF2B5EF4-FFF2-40B4-BE49-F238E27FC236}">
                <a16:creationId xmlns:a16="http://schemas.microsoft.com/office/drawing/2014/main" id="{9D1B4876-C319-B371-36B9-745CADB662E1}"/>
              </a:ext>
            </a:extLst>
          </p:cNvPr>
          <p:cNvSpPr>
            <a:spLocks xmlns:a="http://schemas.openxmlformats.org/drawingml/2006/main" noGrp="1"/>
          </p:cNvSpPr>
          <p:nvPr>
            <p:ph idx="4294967295"/>
          </p:nvPr>
        </p:nvSpPr>
        <p:spPr>
          <a:xfrm xmlns:a="http://schemas.openxmlformats.org/drawingml/2006/main">
            <a:off x="8541830" y="4900613"/>
            <a:ext cx="2949607" cy="819150"/>
          </a:xfrm>
        </p:spPr>
        <p:txBody>
          <a:bodyPr xmlns:a="http://schemas.openxmlformats.org/drawingml/2006/main">
            <a:noAutofit/>
          </a:bodyPr>
          <a:lstStyle xmlns:a="http://schemas.openxmlformats.org/drawingml/2006/main"/>
          <a:p xmlns:a="http://schemas.openxmlformats.org/drawingml/2006/main">
            <a:pPr marL="0" marR="0" lvl="0" indent="0" algn="l" defTabSz="914400">
              <a:lnSpc>
                <a:spcPct val="100000"/>
              </a:lnSpc>
              <a:spcBef>
                <a:spcPts val="1300"/>
              </a:spcBef>
              <a:spcAft>
                <a:spcPts val="1300"/>
              </a:spcAft>
              <a:buClrTx/>
              <a:buSzTx/>
              <a:buFontTx/>
              <a:buNone/>
            </a:pPr>
            <a:r>
              <a:rPr sz="1600" b="0" i="0" u="none" strike="noStrike" cap="none" spc="0" baseline="0">
                <a:ln>
                  <a:noFill/>
                </a:ln>
                <a:latin typeface="Helvetica Neue"/>
                <a:ea typeface="Helvetica Neue"/>
                <a:cs typeface="Helvetica Neue"/>
              </a:rPr>
              <a:t>Proposed GPU-hour ceiling for the initial study. Review after one pilot fit.</a:t>
            </a:r>
          </a:p>
        </p:txBody>
      </p:sp>
      <p:sp>
        <p:nvSpPr>
          <p:cNvPr id="12" name="Content Placeholder 11">
            <a:extLst xmlns:a="http://schemas.openxmlformats.org/drawingml/2006/main">
              <a:ext uri="{FF2B5EF4-FFF2-40B4-BE49-F238E27FC236}">
                <a16:creationId xmlns:a16="http://schemas.microsoft.com/office/drawing/2014/main" id="{1BDFAF15-9B61-BA2E-0381-0DE8F578A81F}"/>
              </a:ext>
            </a:extLst>
          </p:cNvPr>
          <p:cNvSpPr>
            <a:spLocks xmlns:a="http://schemas.openxmlformats.org/drawingml/2006/main" noGrp="1"/>
          </p:cNvSpPr>
          <p:nvPr>
            <p:ph idx="4294967295"/>
          </p:nvPr>
        </p:nvSpPr>
        <p:spPr>
          <a:xfrm xmlns:a="http://schemas.openxmlformats.org/drawingml/2006/main">
            <a:off x="4621244" y="4900613"/>
            <a:ext cx="2949607" cy="819150"/>
          </a:xfrm>
        </p:spPr>
        <p:txBody>
          <a:bodyPr xmlns:a="http://schemas.openxmlformats.org/drawingml/2006/main">
            <a:noAutofit/>
          </a:bodyPr>
          <a:lstStyle xmlns:a="http://schemas.openxmlformats.org/drawingml/2006/main"/>
          <a:p xmlns:a="http://schemas.openxmlformats.org/drawingml/2006/main">
            <a:pPr marL="0" marR="0" lvl="0" indent="0" algn="l" defTabSz="914400">
              <a:lnSpc>
                <a:spcPct val="100000"/>
              </a:lnSpc>
              <a:spcBef>
                <a:spcPts val="1300"/>
              </a:spcBef>
              <a:spcAft>
                <a:spcPts val="1300"/>
              </a:spcAft>
              <a:buClrTx/>
              <a:buSzTx/>
              <a:buFontTx/>
              <a:buNone/>
            </a:pPr>
            <a:r>
              <a:rPr sz="1600" b="0" i="0" u="none" strike="noStrike" cap="none" spc="0" baseline="0">
                <a:ln>
                  <a:noFill/>
                </a:ln>
                <a:latin typeface="Helvetica Neue"/>
                <a:ea typeface="Helvetica Neue"/>
                <a:cs typeface="Helvetica Neue"/>
              </a:rPr>
              <a:t>One pooling change after the baseline and data checks work.</a:t>
            </a:r>
          </a:p>
        </p:txBody>
      </p:sp>
      <p:sp>
        <p:nvSpPr>
          <p:cNvPr id="13" name="Content Placeholder 9">
            <a:extLst xmlns:a="http://schemas.openxmlformats.org/drawingml/2006/main">
              <a:ext uri="{FF2B5EF4-FFF2-40B4-BE49-F238E27FC236}">
                <a16:creationId xmlns:a16="http://schemas.microsoft.com/office/drawing/2014/main" id="{EDBA9068-3E52-4988-B608-4CED930E45CC}"/>
              </a:ext>
            </a:extLst>
          </p:cNvPr>
          <p:cNvSpPr>
            <a:spLocks xmlns:a="http://schemas.openxmlformats.org/drawingml/2006/main" noGrp="1"/>
          </p:cNvSpPr>
          <p:nvPr/>
        </p:nvSpPr>
        <p:spPr>
          <a:xfrm xmlns:a="http://schemas.openxmlformats.org/drawingml/2006/main">
            <a:off x="702374" y="3429000"/>
            <a:ext cx="2940082" cy="1359313"/>
          </a:xfrm>
          <a:prstGeom xmlns:a="http://schemas.openxmlformats.org/drawingml/2006/main" prst="rect">
            <a:avLst/>
          </a:prstGeom>
        </p:spPr>
        <p:txBody>
          <a:bodyPr xmlns:a="http://schemas.openxmlformats.org/drawingml/2006/main" vert="horz" lIns="0" tIns="0" rIns="0" bIns="0" anchor="b">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2540" marR="0" lvl="0" indent="0" algn="l" defTabSz="914400">
              <a:lnSpc>
                <a:spcPct val="110000"/>
              </a:lnSpc>
              <a:spcBef>
                <a:spcPts val="0"/>
              </a:spcBef>
              <a:spcAft>
                <a:spcPts val="0"/>
              </a:spcAft>
              <a:buClr>
                <a:prstClr val="black"/>
              </a:buClr>
              <a:buSzPts val="1400"/>
              <a:buNone/>
            </a:pPr>
            <a:r>
              <a:rPr sz="7000" b="0" i="0" u="none" strike="noStrike" cap="none" spc="0" baseline="0">
                <a:ln>
                  <a:noFill/>
                </a:ln>
                <a:solidFill>
                  <a:srgbClr val="BCEF59"/>
                </a:solidFill>
                <a:latin typeface="Helvetica Neue"/>
                <a:ea typeface="Helvetica Neue"/>
                <a:cs typeface="Helvetica Neue"/>
              </a:rPr>
              <a:t>3</a:t>
            </a:r>
            <a:endParaRPr sz="7000">
              <a:solidFill>
                <a:srgbClr val="BCEF59"/>
              </a:solidFill>
            </a:endParaRPr>
          </a:p>
        </p:txBody>
      </p:sp>
      <p:sp>
        <p:nvSpPr>
          <p:cNvPr id="4" name="Content Placeholder 9">
            <a:extLst xmlns:a="http://schemas.openxmlformats.org/drawingml/2006/main">
              <a:ext uri="{FF2B5EF4-FFF2-40B4-BE49-F238E27FC236}">
                <a16:creationId xmlns:a16="http://schemas.microsoft.com/office/drawing/2014/main" id="{553D01BD-BEDA-E1D7-8112-CCD78E0BB0D4}"/>
              </a:ext>
            </a:extLst>
          </p:cNvPr>
          <p:cNvSpPr>
            <a:spLocks xmlns:a="http://schemas.openxmlformats.org/drawingml/2006/main" noGrp="1"/>
          </p:cNvSpPr>
          <p:nvPr/>
        </p:nvSpPr>
        <p:spPr>
          <a:xfrm xmlns:a="http://schemas.openxmlformats.org/drawingml/2006/main">
            <a:off x="4612958" y="3429000"/>
            <a:ext cx="2940082" cy="1359313"/>
          </a:xfrm>
          <a:prstGeom xmlns:a="http://schemas.openxmlformats.org/drawingml/2006/main" prst="rect">
            <a:avLst/>
          </a:prstGeom>
        </p:spPr>
        <p:txBody>
          <a:bodyPr xmlns:a="http://schemas.openxmlformats.org/drawingml/2006/main" vert="horz" lIns="0" tIns="0" rIns="0" bIns="0" anchor="b">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2540" marR="0" lvl="0" indent="0" algn="l" defTabSz="914400">
              <a:lnSpc>
                <a:spcPct val="110000"/>
              </a:lnSpc>
              <a:spcBef>
                <a:spcPts val="0"/>
              </a:spcBef>
              <a:spcAft>
                <a:spcPts val="0"/>
              </a:spcAft>
              <a:buClr>
                <a:prstClr val="black"/>
              </a:buClr>
              <a:buSzPts val="1400"/>
              <a:buNone/>
            </a:pPr>
            <a:r>
              <a:rPr sz="7000" b="0" i="0" u="none" strike="noStrike" cap="none" spc="0" baseline="0">
                <a:ln>
                  <a:noFill/>
                </a:ln>
                <a:solidFill>
                  <a:srgbClr val="BCEF59"/>
                </a:solidFill>
                <a:latin typeface="Helvetica Neue"/>
                <a:ea typeface="Helvetica Neue"/>
                <a:cs typeface="Helvetica Neue"/>
              </a:rPr>
              <a:t>1</a:t>
            </a:r>
            <a:endParaRPr sz="7000">
              <a:solidFill>
                <a:srgbClr val="BCEF59"/>
              </a:solidFill>
            </a:endParaRPr>
          </a:p>
        </p:txBody>
      </p:sp>
      <p:sp>
        <p:nvSpPr>
          <p:cNvPr id="5" name="Content Placeholder 9">
            <a:extLst xmlns:a="http://schemas.openxmlformats.org/drawingml/2006/main">
              <a:ext uri="{FF2B5EF4-FFF2-40B4-BE49-F238E27FC236}">
                <a16:creationId xmlns:a16="http://schemas.microsoft.com/office/drawing/2014/main" id="{5AE7C386-15B3-0C22-BD29-DB00B9F7FAA9}"/>
              </a:ext>
            </a:extLst>
          </p:cNvPr>
          <p:cNvSpPr>
            <a:spLocks xmlns:a="http://schemas.openxmlformats.org/drawingml/2006/main" noGrp="1"/>
          </p:cNvSpPr>
          <p:nvPr/>
        </p:nvSpPr>
        <p:spPr>
          <a:xfrm xmlns:a="http://schemas.openxmlformats.org/drawingml/2006/main">
            <a:off x="8562404" y="3429000"/>
            <a:ext cx="2940082" cy="1359313"/>
          </a:xfrm>
          <a:prstGeom xmlns:a="http://schemas.openxmlformats.org/drawingml/2006/main" prst="rect">
            <a:avLst/>
          </a:prstGeom>
        </p:spPr>
        <p:txBody>
          <a:bodyPr xmlns:a="http://schemas.openxmlformats.org/drawingml/2006/main" vert="horz" lIns="0" tIns="0" rIns="0" bIns="0" anchor="b">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2540" marR="0" lvl="0" indent="0" algn="l" defTabSz="914400">
              <a:lnSpc>
                <a:spcPct val="110000"/>
              </a:lnSpc>
              <a:spcBef>
                <a:spcPts val="0"/>
              </a:spcBef>
              <a:spcAft>
                <a:spcPts val="0"/>
              </a:spcAft>
              <a:buClr>
                <a:prstClr val="black"/>
              </a:buClr>
              <a:buSzPts val="1400"/>
              <a:buNone/>
            </a:pPr>
            <a:r>
              <a:rPr sz="7000" b="0" i="0" u="none" strike="noStrike" cap="none" spc="0" baseline="0">
                <a:ln>
                  <a:noFill/>
                </a:ln>
                <a:solidFill>
                  <a:srgbClr val="BCEF59"/>
                </a:solidFill>
                <a:latin typeface="Helvetica Neue"/>
                <a:ea typeface="Helvetica Neue"/>
                <a:cs typeface="Helvetica Neue"/>
              </a:rPr>
              <a:t>24 h</a:t>
            </a:r>
            <a:endParaRPr sz="7000">
              <a:solidFill>
                <a:srgbClr val="BCEF59"/>
              </a:solidFill>
            </a:endParaRPr>
          </a:p>
        </p:txBody>
      </p:sp>
      <p:sp>
        <p:nvSpPr>
          <p:cNvPr id="14" name="Content Placeholder 15">
            <a:extLst xmlns:a="http://schemas.openxmlformats.org/drawingml/2006/main">
              <a:ext uri="{FF2B5EF4-FFF2-40B4-BE49-F238E27FC236}">
                <a16:creationId xmlns:a16="http://schemas.microsoft.com/office/drawing/2014/main" id="{45E38982-B0CA-BEBE-C656-B7F62835ADB0}"/>
              </a:ext>
            </a:extLst>
          </p:cNvPr>
          <p:cNvSpPr>
            <a:spLocks xmlns:a="http://schemas.openxmlformats.org/drawingml/2006/main" noGrp="1"/>
          </p:cNvSpPr>
          <p:nvPr/>
        </p:nvSpPr>
        <p:spPr>
          <a:xfrm xmlns:a="http://schemas.openxmlformats.org/drawingml/2006/main">
            <a:off x="393668" y="1138333"/>
            <a:ext cx="11404568" cy="1599438"/>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0" indent="0" algn="l" defTabSz="914400">
              <a:lnSpc>
                <a:spcPct val="90000"/>
              </a:lnSpc>
              <a:spcBef>
                <a:spcPts val="1000"/>
              </a:spcBef>
              <a:spcAft>
                <a:spcPts val="800"/>
              </a:spcAft>
              <a:buFont typeface="Arial"/>
              <a:buNone/>
              <a:defRPr sz="1600" kern="1200">
                <a:solidFill>
                  <a:schemeClr val="tx1"/>
                </a:solidFill>
                <a:latin typeface="+mn-lt"/>
                <a:ea typeface="+mn-lt"/>
                <a:cs typeface="+mn-lt"/>
              </a:defRPr>
            </a:lvl1pPr>
            <a:lvl2pPr marL="4572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2pPr>
            <a:lvl3pPr marL="9144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3pPr>
            <a:lvl4pPr marL="13716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4pPr>
            <a:lvl5pPr marL="18288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a:lnSpc>
                <a:spcPct val="114000"/>
              </a:lnSpc>
              <a:spcBef>
                <a:spcPts val="0"/>
              </a:spcBef>
              <a:spcAft>
                <a:spcPts val="600"/>
              </a:spcAft>
              <a:buNone/>
            </a:pPr>
            <a:r>
              <a:rPr sz="1800">
                <a:latin typeface="Helvetica Neue Medium"/>
                <a:ea typeface="Helvetica Neue Medium"/>
                <a:cs typeface="Helvetica Neue Medium"/>
              </a:rPr>
              <a:t>Proposed starting limits</a:t>
            </a:r>
          </a:p>
          <a:p xmlns:a="http://schemas.openxmlformats.org/drawingml/2006/main">
            <a:pPr>
              <a:lnSpc>
                <a:spcPct val="114000"/>
              </a:lnSpc>
              <a:spcBef>
                <a:spcPts val="0"/>
              </a:spcBef>
              <a:spcAft>
                <a:spcPts val="600"/>
              </a:spcAft>
              <a:buNone/>
            </a:pPr>
            <a:r>
              <a:rPr>
                <a:latin typeface="Helvetica Neue"/>
                <a:ea typeface="Helvetica Neue"/>
                <a:cs typeface="Helvetica Neue"/>
              </a:rPr>
              <a:t>Begin with CPU baselines and fewer than 20,000 transformer parameters. Include majority and sleep-stage controls. Select on validation; report balanced accuracy, macro F1 and uncertainty over people. Freeze a budget before evaluation. These are teaching choices.</a:t>
            </a:r>
          </a:p>
        </p:txBody>
      </p:sp>
      <p:sp>
        <p:nvSpPr>
          <p:cNvPr id="9" name="Footer Placeholder 6">
            <a:extLst xmlns:a="http://schemas.openxmlformats.org/drawingml/2006/main">
              <a:ext uri="{FF2B5EF4-FFF2-40B4-BE49-F238E27FC236}">
                <a16:creationId xmlns:a16="http://schemas.microsoft.com/office/drawing/2014/main" id="{7472BC53-6948-EE0F-E8E5-5488EF53DFE8}"/>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Tree>
    <p:extLst>
      <p:ext uri="{BB962C8B-B14F-4D97-AF65-F5344CB8AC3E}">
        <p14:creationId xmlns:p14="http://schemas.microsoft.com/office/powerpoint/2010/main" val="2369616825"/>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11" name="Footer Placeholder 10">
            <a:extLst xmlns:a="http://schemas.openxmlformats.org/drawingml/2006/main">
              <a:ext uri="{FF2B5EF4-FFF2-40B4-BE49-F238E27FC236}">
                <a16:creationId xmlns:a16="http://schemas.microsoft.com/office/drawing/2014/main" id="{F06ADB7A-E0CB-A418-3590-620B0C5F17EB}"/>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532" name="Google Shape;532;p58">
            <a:extLst xmlns:a="http://schemas.openxmlformats.org/drawingml/2006/main">
              <a:ext uri="{FF2B5EF4-FFF2-40B4-BE49-F238E27FC236}">
                <a16:creationId xmlns:a16="http://schemas.microsoft.com/office/drawing/2014/main" id="{9EE8A1CA-4617-FF10-E8D0-B582B7F48A83}"/>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fld id="{00000000-1234-1234-1234-123412341234}" type="slidenum">
              <a:t>10</a:t>
            </a:fld>
            <a:endParaRPr/>
          </a:p>
        </p:txBody>
      </p:sp>
      <p:sp>
        <p:nvSpPr>
          <p:cNvPr id="533" name="Google Shape;533;p58">
            <a:extLst xmlns:a="http://schemas.openxmlformats.org/drawingml/2006/main">
              <a:ext uri="{FF2B5EF4-FFF2-40B4-BE49-F238E27FC236}">
                <a16:creationId xmlns:a16="http://schemas.microsoft.com/office/drawing/2014/main" id="{68499D35-F61B-DF1C-10A6-EA04E8D00662}"/>
              </a:ext>
            </a:extLst>
          </p:cNvPr>
          <p:cNvSpPr>
            <a:spLocks xmlns:a="http://schemas.openxmlformats.org/drawingml/2006/main" noGrp="1"/>
          </p:cNvSpPr>
          <p:nvPr>
            <p:ph type="title" idx="0"/>
          </p:nvPr>
        </p:nvSpPr>
        <p:spPr>
          <a:xfrm xmlns:a="http://schemas.openxmlformats.org/drawingml/2006/main">
            <a:off x="393668" y="344043"/>
            <a:ext cx="11404568" cy="792575"/>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r>
              <a:t>Milestones and checkpoints</a:t>
            </a:r>
          </a:p>
        </p:txBody>
      </p:sp>
      <p:graphicFrame>
        <p:nvGraphicFramePr>
          <p:cNvPr id="4" name="Google Shape;953;p80">
            <a:extLst xmlns:a="http://schemas.openxmlformats.org/drawingml/2006/main">
              <a:ext uri="{FF2B5EF4-FFF2-40B4-BE49-F238E27FC236}">
                <a16:creationId xmlns:a16="http://schemas.microsoft.com/office/drawing/2014/main" id="{08850AB6-0396-482D-831A-3DC3C9CC747B}"/>
              </a:ext>
            </a:extLst>
          </p:cNvPr>
          <p:cNvGraphicFramePr/>
          <p:nvPr/>
        </p:nvGraphicFramePr>
        <p:xfrm>
          <a:off xmlns:a="http://schemas.openxmlformats.org/drawingml/2006/main" x="393699" y="1245705"/>
          <a:ext xmlns:a="http://schemas.openxmlformats.org/drawingml/2006/main" cx="11404600" cy="4722192"/>
        </p:xfrm>
        <a:graphic xmlns:a="http://schemas.openxmlformats.org/drawingml/2006/main">
          <a:graphicData uri="http://schemas.openxmlformats.org/drawingml/2006/table">
            <a:tbl>
              <a:tblPr/>
              <a:tblGrid>
                <a:gridCol w="2280920"/>
                <a:gridCol w="2280920"/>
                <a:gridCol w="2280920"/>
                <a:gridCol w="2280920"/>
                <a:gridCol w="2280920"/>
              </a:tblGrid>
              <a:tr h="4722192">
                <a:tc>
                  <a:txBody>
                    <a:bodyPr/>
                    <a:lstStyle/>
                    <a:p>
                      <a:pPr marL="0" lvl="0" indent="0" algn="l">
                        <a:spcBef>
                          <a:spcPts val="0"/>
                        </a:spcBef>
                        <a:spcAft>
                          <a:spcPts val="0"/>
                        </a:spcAft>
                        <a:buNone/>
                      </a:pPr>
                      <a:r>
                        <a:rPr sz="1600">
                          <a:solidFill>
                            <a:schemeClr val="tx1"/>
                          </a:solidFill>
                        </a:rPr>
                        <a:t>Weeks 1-2</a:t>
                      </a:r>
                      <a:endParaRPr sz="1600">
                        <a:solidFill>
                          <a:schemeClr val="tx1"/>
                        </a:solidFill>
                      </a:endParaRPr>
                    </a:p>
                  </a:txBody>
                  <a:tcPr marL="137150" marR="91425" marT="0" marB="91425">
                    <a:lnL w="19050" cmpd="sng">
                      <a:solidFill>
                        <a:srgbClr val="284638"/>
                      </a:solidFill>
                      <a:prstDash val="solid"/>
                    </a:lnL>
                    <a:lnR w="19050" cmpd="sng">
                      <a:solidFill>
                        <a:srgbClr val="284638"/>
                      </a:solidFill>
                      <a:prstDash val="solid"/>
                    </a:lnR>
                    <a:lnT w="9525" cmpd="sng">
                      <a:solidFill>
                        <a:srgbClr val="9E9E9E">
                          <a:alpha val="0"/>
                        </a:srgbClr>
                      </a:solidFill>
                      <a:prstDash val="solid"/>
                    </a:lnT>
                    <a:lnB w="9525" cmpd="sng">
                      <a:solidFill>
                        <a:srgbClr val="9E9E9E">
                          <a:alpha val="0"/>
                        </a:srgbClr>
                      </a:solidFill>
                      <a:prstDash val="solid"/>
                    </a:lnB>
                  </a:tcPr>
                </a:tc>
                <a:tc>
                  <a:txBody>
                    <a:bodyPr/>
                    <a:lstStyle/>
                    <a:p>
                      <a:pPr marL="0" lvl="0" indent="0" algn="l">
                        <a:spcBef>
                          <a:spcPts val="0"/>
                        </a:spcBef>
                        <a:spcAft>
                          <a:spcPts val="0"/>
                        </a:spcAft>
                        <a:buNone/>
                      </a:pPr>
                      <a:r>
                        <a:rPr sz="1600">
                          <a:solidFill>
                            <a:schemeClr val="tx1"/>
                          </a:solidFill>
                        </a:rPr>
                        <a:t>Weeks 3-4</a:t>
                      </a:r>
                      <a:endParaRPr sz="1600">
                        <a:solidFill>
                          <a:schemeClr val="tx1"/>
                        </a:solidFill>
                      </a:endParaRPr>
                    </a:p>
                  </a:txBody>
                  <a:tcPr marL="137150" marR="91425" marT="0" marB="91425">
                    <a:lnL w="19050" cmpd="sng">
                      <a:solidFill>
                        <a:srgbClr val="284638"/>
                      </a:solidFill>
                      <a:prstDash val="solid"/>
                    </a:lnL>
                    <a:lnR w="19050" cmpd="sng">
                      <a:solidFill>
                        <a:srgbClr val="284638"/>
                      </a:solidFill>
                      <a:prstDash val="solid"/>
                    </a:lnR>
                    <a:lnT w="9525" cmpd="sng">
                      <a:solidFill>
                        <a:srgbClr val="9E9E9E">
                          <a:alpha val="0"/>
                        </a:srgbClr>
                      </a:solidFill>
                      <a:prstDash val="solid"/>
                    </a:lnT>
                    <a:lnB w="9525" cmpd="sng">
                      <a:solidFill>
                        <a:srgbClr val="9E9E9E">
                          <a:alpha val="0"/>
                        </a:srgbClr>
                      </a:solidFill>
                      <a:prstDash val="solid"/>
                    </a:lnB>
                  </a:tcPr>
                </a:tc>
                <a:tc>
                  <a:txBody>
                    <a:bodyPr/>
                    <a:lstStyle/>
                    <a:p>
                      <a:pPr marL="0" lvl="0" indent="0" algn="l">
                        <a:spcBef>
                          <a:spcPts val="0"/>
                        </a:spcBef>
                        <a:spcAft>
                          <a:spcPts val="0"/>
                        </a:spcAft>
                        <a:buNone/>
                      </a:pPr>
                      <a:r>
                        <a:rPr sz="1600">
                          <a:solidFill>
                            <a:schemeClr val="tx1"/>
                          </a:solidFill>
                        </a:rPr>
                        <a:t>Weeks 5-7</a:t>
                      </a:r>
                      <a:endParaRPr sz="1600">
                        <a:solidFill>
                          <a:schemeClr val="tx1"/>
                        </a:solidFill>
                      </a:endParaRPr>
                    </a:p>
                  </a:txBody>
                  <a:tcPr marL="137150" marR="91425" marT="0" marB="91425">
                    <a:lnL w="19050" cmpd="sng">
                      <a:solidFill>
                        <a:srgbClr val="284638"/>
                      </a:solidFill>
                      <a:prstDash val="solid"/>
                    </a:lnL>
                    <a:lnR w="19050" cmpd="sng">
                      <a:solidFill>
                        <a:srgbClr val="284638"/>
                      </a:solidFill>
                      <a:prstDash val="solid"/>
                    </a:lnR>
                    <a:lnT w="9525" cmpd="sng">
                      <a:solidFill>
                        <a:srgbClr val="9E9E9E">
                          <a:alpha val="0"/>
                        </a:srgbClr>
                      </a:solidFill>
                      <a:prstDash val="solid"/>
                    </a:lnT>
                    <a:lnB w="9525" cmpd="sng">
                      <a:solidFill>
                        <a:srgbClr val="9E9E9E">
                          <a:alpha val="0"/>
                        </a:srgbClr>
                      </a:solidFill>
                      <a:prstDash val="solid"/>
                    </a:lnB>
                  </a:tcPr>
                </a:tc>
                <a:tc>
                  <a:txBody>
                    <a:bodyPr/>
                    <a:lstStyle/>
                    <a:p>
                      <a:pPr marL="0" lvl="0" indent="0" algn="l">
                        <a:spcBef>
                          <a:spcPts val="0"/>
                        </a:spcBef>
                        <a:spcAft>
                          <a:spcPts val="0"/>
                        </a:spcAft>
                        <a:buNone/>
                      </a:pPr>
                      <a:r>
                        <a:rPr sz="1600">
                          <a:solidFill>
                            <a:schemeClr val="tx1"/>
                          </a:solidFill>
                        </a:rPr>
                        <a:t>Weeks 8-10</a:t>
                      </a:r>
                      <a:endParaRPr sz="1600">
                        <a:solidFill>
                          <a:schemeClr val="tx1"/>
                        </a:solidFill>
                      </a:endParaRPr>
                    </a:p>
                  </a:txBody>
                  <a:tcPr marL="137150" marR="91425" marT="0" marB="91425">
                    <a:lnL w="19050" cmpd="sng">
                      <a:solidFill>
                        <a:srgbClr val="284638"/>
                      </a:solidFill>
                      <a:prstDash val="solid"/>
                    </a:lnL>
                    <a:lnR w="19050" cmpd="sng">
                      <a:solidFill>
                        <a:srgbClr val="284638"/>
                      </a:solidFill>
                      <a:prstDash val="solid"/>
                    </a:lnR>
                    <a:lnT w="9525" cmpd="sng">
                      <a:solidFill>
                        <a:srgbClr val="9E9E9E">
                          <a:alpha val="0"/>
                        </a:srgbClr>
                      </a:solidFill>
                      <a:prstDash val="solid"/>
                    </a:lnT>
                    <a:lnB w="9525" cmpd="sng">
                      <a:solidFill>
                        <a:srgbClr val="9E9E9E">
                          <a:alpha val="0"/>
                        </a:srgbClr>
                      </a:solidFill>
                      <a:prstDash val="solid"/>
                    </a:lnB>
                  </a:tcPr>
                </a:tc>
                <a:tc>
                  <a:txBody>
                    <a:bodyPr/>
                    <a:lstStyle/>
                    <a:p>
                      <a:pPr marL="0" lvl="0" indent="0" algn="l">
                        <a:spcBef>
                          <a:spcPts val="0"/>
                        </a:spcBef>
                        <a:spcAft>
                          <a:spcPts val="0"/>
                        </a:spcAft>
                        <a:buNone/>
                      </a:pPr>
                      <a:r>
                        <a:rPr sz="1600">
                          <a:solidFill>
                            <a:schemeClr val="tx1"/>
                          </a:solidFill>
                        </a:rPr>
                        <a:t>Weeks 11-12</a:t>
                      </a:r>
                      <a:endParaRPr sz="1600">
                        <a:solidFill>
                          <a:schemeClr val="tx1"/>
                        </a:solidFill>
                      </a:endParaRPr>
                    </a:p>
                  </a:txBody>
                  <a:tcPr marL="137150" marR="91425" marT="0" marB="91425">
                    <a:lnL w="19050" cmpd="sng">
                      <a:solidFill>
                        <a:srgbClr val="284638"/>
                      </a:solidFill>
                      <a:prstDash val="solid"/>
                    </a:lnL>
                    <a:lnR w="19050" cmpd="sng">
                      <a:solidFill>
                        <a:srgbClr val="284638"/>
                      </a:solidFill>
                      <a:prstDash val="solid"/>
                    </a:lnR>
                    <a:lnT w="9525" cmpd="sng">
                      <a:solidFill>
                        <a:srgbClr val="9E9E9E">
                          <a:alpha val="0"/>
                        </a:srgbClr>
                      </a:solidFill>
                      <a:prstDash val="solid"/>
                    </a:lnT>
                    <a:lnB w="9525" cmpd="sng">
                      <a:solidFill>
                        <a:srgbClr val="9E9E9E">
                          <a:alpha val="0"/>
                        </a:srgbClr>
                      </a:solidFill>
                      <a:prstDash val="solid"/>
                    </a:lnB>
                  </a:tcPr>
                </a:tc>
              </a:tr>
            </a:tbl>
          </a:graphicData>
        </a:graphic>
      </p:graphicFrame>
      <p:sp>
        <p:nvSpPr>
          <p:cNvPr id="5" name="Google Shape;955;p80">
            <a:extLst xmlns:a="http://schemas.openxmlformats.org/drawingml/2006/main">
              <a:ext uri="{FF2B5EF4-FFF2-40B4-BE49-F238E27FC236}">
                <a16:creationId xmlns:a16="http://schemas.microsoft.com/office/drawing/2014/main" id="{EA32D89C-6778-2FE2-6D40-ABA6EAAD7EC1}"/>
              </a:ext>
            </a:extLst>
          </p:cNvPr>
          <p:cNvSpPr>
            <a:spLocks xmlns:a="http://schemas.openxmlformats.org/drawingml/2006/main" noGrp="1"/>
          </p:cNvSpPr>
          <p:nvPr/>
        </p:nvSpPr>
        <p:spPr>
          <a:xfrm xmlns:a="http://schemas.openxmlformats.org/drawingml/2006/main">
            <a:off x="4721733" y="4107752"/>
            <a:ext cx="4562666" cy="513302"/>
          </a:xfrm>
          <a:prstGeom xmlns:a="http://schemas.openxmlformats.org/drawingml/2006/main" prst="roundRect">
            <a:avLst>
              <a:gd name="adj" fmla="val 50000"/>
            </a:avLst>
          </a:prstGeom>
          <a:solidFill xmlns:a="http://schemas.openxmlformats.org/drawingml/2006/main">
            <a:schemeClr val="tx1"/>
          </a:solidFill>
          <a:ln xmlns:a="http://schemas.openxmlformats.org/drawingml/2006/main">
            <a:noFill/>
          </a:ln>
        </p:spPr>
        <p:txBody>
          <a:bodyPr xmlns:a="http://schemas.openxmlformats.org/drawingml/2006/main" spcFirstLastPara="1" wrap="square" lIns="210300" tIns="121875" rIns="121875" bIns="121875" anchor="ctr">
            <a:noAutofit/>
          </a:bodyPr>
          <a:lstStyle xmlns:a="http://schemas.openxmlformats.org/drawingml/2006/main"/>
          <a:p xmlns:a="http://schemas.openxmlformats.org/drawingml/2006/main">
            <a:r>
              <a:rPr sz="1500" b="1">
                <a:solidFill>
                  <a:schemeClr val="bg1"/>
                </a:solidFill>
                <a:latin typeface="Inter SemiBold"/>
                <a:ea typeface="Inter SemiBold"/>
                <a:cs typeface="Inter SemiBold"/>
              </a:rPr>
              <a:t>Controlled model study</a:t>
            </a:r>
          </a:p>
        </p:txBody>
      </p:sp>
      <p:sp>
        <p:nvSpPr>
          <p:cNvPr id="6" name="Google Shape;957;p80">
            <a:extLst xmlns:a="http://schemas.openxmlformats.org/drawingml/2006/main">
              <a:ext uri="{FF2B5EF4-FFF2-40B4-BE49-F238E27FC236}">
                <a16:creationId xmlns:a16="http://schemas.microsoft.com/office/drawing/2014/main" id="{D5359B3A-662D-9283-F7D8-9D5DCD655B5B}"/>
              </a:ext>
            </a:extLst>
          </p:cNvPr>
          <p:cNvSpPr>
            <a:spLocks xmlns:a="http://schemas.openxmlformats.org/drawingml/2006/main" noGrp="1"/>
          </p:cNvSpPr>
          <p:nvPr/>
        </p:nvSpPr>
        <p:spPr>
          <a:xfrm xmlns:a="http://schemas.openxmlformats.org/drawingml/2006/main">
            <a:off x="584073" y="5478399"/>
            <a:ext cx="11026712" cy="513302"/>
          </a:xfrm>
          <a:prstGeom xmlns:a="http://schemas.openxmlformats.org/drawingml/2006/main" prst="roundRect">
            <a:avLst>
              <a:gd name="adj" fmla="val 50000"/>
            </a:avLst>
          </a:prstGeom>
          <a:solidFill xmlns:a="http://schemas.openxmlformats.org/drawingml/2006/main">
            <a:srgbClr val="284638"/>
          </a:solidFill>
          <a:ln xmlns:a="http://schemas.openxmlformats.org/drawingml/2006/main">
            <a:noFill/>
          </a:ln>
        </p:spPr>
        <p:txBody>
          <a:bodyPr xmlns:a="http://schemas.openxmlformats.org/drawingml/2006/main" spcFirstLastPara="1" wrap="square" lIns="210300" tIns="121875" rIns="121875" bIns="121875" anchor="ctr">
            <a:noAutofit/>
          </a:bodyPr>
          <a:lstStyle xmlns:a="http://schemas.openxmlformats.org/drawingml/2006/main"/>
          <a:p xmlns:a="http://schemas.openxmlformats.org/drawingml/2006/main">
            <a:r>
              <a:rPr sz="1500" b="1">
                <a:latin typeface="Inter SemiBold"/>
                <a:ea typeface="Inter SemiBold"/>
                <a:cs typeface="Inter SemiBold"/>
              </a:rPr>
              <a:t>Documentation and explain-back throughout</a:t>
            </a:r>
            <a:endParaRPr sz="1500" b="1">
              <a:latin typeface="Inter SemiBold"/>
              <a:ea typeface="Inter SemiBold"/>
              <a:cs typeface="Inter SemiBold"/>
            </a:endParaRPr>
          </a:p>
        </p:txBody>
      </p:sp>
      <p:sp>
        <p:nvSpPr>
          <p:cNvPr id="7" name="Google Shape;960;p80">
            <a:extLst xmlns:a="http://schemas.openxmlformats.org/drawingml/2006/main">
              <a:ext uri="{FF2B5EF4-FFF2-40B4-BE49-F238E27FC236}">
                <a16:creationId xmlns:a16="http://schemas.microsoft.com/office/drawing/2014/main" id="{2293B6C0-CD6E-C9F0-68F7-73F7B726A1EF}"/>
              </a:ext>
            </a:extLst>
          </p:cNvPr>
          <p:cNvSpPr>
            <a:spLocks xmlns:a="http://schemas.openxmlformats.org/drawingml/2006/main" noGrp="1"/>
          </p:cNvSpPr>
          <p:nvPr/>
        </p:nvSpPr>
        <p:spPr>
          <a:xfrm xmlns:a="http://schemas.openxmlformats.org/drawingml/2006/main">
            <a:off x="7522750" y="4754975"/>
            <a:ext cx="4088035" cy="513302"/>
          </a:xfrm>
          <a:prstGeom xmlns:a="http://schemas.openxmlformats.org/drawingml/2006/main" prst="roundRect">
            <a:avLst>
              <a:gd name="adj" fmla="val 50000"/>
            </a:avLst>
          </a:prstGeom>
          <a:solidFill xmlns:a="http://schemas.openxmlformats.org/drawingml/2006/main">
            <a:srgbClr val="BCEF59"/>
          </a:solidFill>
          <a:ln xmlns:a="http://schemas.openxmlformats.org/drawingml/2006/main">
            <a:noFill/>
          </a:ln>
        </p:spPr>
        <p:txBody>
          <a:bodyPr xmlns:a="http://schemas.openxmlformats.org/drawingml/2006/main" spcFirstLastPara="1" wrap="square" lIns="210300" tIns="121875" rIns="121875" bIns="121875" anchor="ctr">
            <a:noAutofit/>
          </a:bodyPr>
          <a:lstStyle xmlns:a="http://schemas.openxmlformats.org/drawingml/2006/main"/>
          <a:p xmlns:a="http://schemas.openxmlformats.org/drawingml/2006/main">
            <a:r>
              <a:rPr sz="1500" b="1">
                <a:solidFill>
                  <a:schemeClr val="bg1"/>
                </a:solidFill>
                <a:latin typeface="Inter SemiBold"/>
                <a:ea typeface="Inter SemiBold"/>
                <a:cs typeface="Inter SemiBold"/>
              </a:rPr>
              <a:t>Demo and final write-up</a:t>
            </a:r>
          </a:p>
        </p:txBody>
      </p:sp>
      <p:sp>
        <p:nvSpPr>
          <p:cNvPr id="8" name="Google Shape;963;p80">
            <a:extLst xmlns:a="http://schemas.openxmlformats.org/drawingml/2006/main">
              <a:ext uri="{FF2B5EF4-FFF2-40B4-BE49-F238E27FC236}">
                <a16:creationId xmlns:a16="http://schemas.microsoft.com/office/drawing/2014/main" id="{0F4F3439-EC29-4518-4A3E-7436F8578035}"/>
              </a:ext>
            </a:extLst>
          </p:cNvPr>
          <p:cNvSpPr>
            <a:spLocks xmlns:a="http://schemas.openxmlformats.org/drawingml/2006/main" noGrp="1"/>
          </p:cNvSpPr>
          <p:nvPr/>
        </p:nvSpPr>
        <p:spPr>
          <a:xfrm xmlns:a="http://schemas.openxmlformats.org/drawingml/2006/main">
            <a:off x="2819972" y="3403187"/>
            <a:ext cx="8790813" cy="513302"/>
          </a:xfrm>
          <a:prstGeom xmlns:a="http://schemas.openxmlformats.org/drawingml/2006/main" prst="roundRect">
            <a:avLst>
              <a:gd name="adj" fmla="val 50000"/>
            </a:avLst>
          </a:prstGeom>
          <a:solidFill xmlns:a="http://schemas.openxmlformats.org/drawingml/2006/main">
            <a:schemeClr val="tx1"/>
          </a:solidFill>
          <a:ln xmlns:a="http://schemas.openxmlformats.org/drawingml/2006/main">
            <a:noFill/>
          </a:ln>
        </p:spPr>
        <p:txBody>
          <a:bodyPr xmlns:a="http://schemas.openxmlformats.org/drawingml/2006/main" spcFirstLastPara="1" wrap="square" lIns="210300" tIns="121875" rIns="121875" bIns="121875" anchor="ctr">
            <a:noAutofit/>
          </a:bodyPr>
          <a:lstStyle xmlns:a="http://schemas.openxmlformats.org/drawingml/2006/main"/>
          <a:p xmlns:a="http://schemas.openxmlformats.org/drawingml/2006/main">
            <a:r>
              <a:rPr sz="1500" b="1">
                <a:solidFill>
                  <a:schemeClr val="bg1"/>
                </a:solidFill>
                <a:latin typeface="Inter SemiBold"/>
                <a:ea typeface="Inter SemiBold"/>
                <a:cs typeface="Inter SemiBold"/>
              </a:rPr>
              <a:t>Baseline and evaluation checks</a:t>
            </a:r>
          </a:p>
        </p:txBody>
      </p:sp>
      <p:sp>
        <p:nvSpPr>
          <p:cNvPr id="9" name="Google Shape;966;p80">
            <a:extLst xmlns:a="http://schemas.openxmlformats.org/drawingml/2006/main">
              <a:ext uri="{FF2B5EF4-FFF2-40B4-BE49-F238E27FC236}">
                <a16:creationId xmlns:a16="http://schemas.microsoft.com/office/drawing/2014/main" id="{1D07E5FD-0BEC-93D6-2CF5-BC908A51553C}"/>
              </a:ext>
            </a:extLst>
          </p:cNvPr>
          <p:cNvSpPr>
            <a:spLocks xmlns:a="http://schemas.openxmlformats.org/drawingml/2006/main" noGrp="1"/>
          </p:cNvSpPr>
          <p:nvPr/>
        </p:nvSpPr>
        <p:spPr>
          <a:xfrm xmlns:a="http://schemas.openxmlformats.org/drawingml/2006/main">
            <a:off x="2819972" y="2698528"/>
            <a:ext cx="6408515" cy="513302"/>
          </a:xfrm>
          <a:prstGeom xmlns:a="http://schemas.openxmlformats.org/drawingml/2006/main" prst="roundRect">
            <a:avLst>
              <a:gd name="adj" fmla="val 50000"/>
            </a:avLst>
          </a:prstGeom>
          <a:solidFill xmlns:a="http://schemas.openxmlformats.org/drawingml/2006/main">
            <a:schemeClr val="tx1"/>
          </a:solidFill>
          <a:ln xmlns:a="http://schemas.openxmlformats.org/drawingml/2006/main">
            <a:noFill/>
          </a:ln>
        </p:spPr>
        <p:txBody>
          <a:bodyPr xmlns:a="http://schemas.openxmlformats.org/drawingml/2006/main" spcFirstLastPara="1" wrap="square" lIns="210300" tIns="121875" rIns="121875" bIns="121875" anchor="ctr">
            <a:noAutofit/>
          </a:bodyPr>
          <a:lstStyle xmlns:a="http://schemas.openxmlformats.org/drawingml/2006/main"/>
          <a:p xmlns:a="http://schemas.openxmlformats.org/drawingml/2006/main">
            <a:r>
              <a:rPr sz="1500" b="1">
                <a:solidFill>
                  <a:schemeClr val="bg1"/>
                </a:solidFill>
                <a:latin typeface="Inter SemiBold"/>
                <a:ea typeface="Inter SemiBold"/>
                <a:cs typeface="Inter SemiBold"/>
              </a:rPr>
              <a:t>Data and feature pipeline</a:t>
            </a:r>
          </a:p>
        </p:txBody>
      </p:sp>
      <p:sp>
        <p:nvSpPr>
          <p:cNvPr id="10" name="Google Shape;969;p80">
            <a:extLst xmlns:a="http://schemas.openxmlformats.org/drawingml/2006/main">
              <a:ext uri="{FF2B5EF4-FFF2-40B4-BE49-F238E27FC236}">
                <a16:creationId xmlns:a16="http://schemas.microsoft.com/office/drawing/2014/main" id="{0AB147C5-D3F9-0847-C2A5-2A90154B1A3C}"/>
              </a:ext>
            </a:extLst>
          </p:cNvPr>
          <p:cNvSpPr>
            <a:spLocks xmlns:a="http://schemas.openxmlformats.org/drawingml/2006/main" noGrp="1"/>
          </p:cNvSpPr>
          <p:nvPr/>
        </p:nvSpPr>
        <p:spPr>
          <a:xfrm xmlns:a="http://schemas.openxmlformats.org/drawingml/2006/main">
            <a:off x="507873" y="1975104"/>
            <a:ext cx="4185190" cy="513302"/>
          </a:xfrm>
          <a:prstGeom xmlns:a="http://schemas.openxmlformats.org/drawingml/2006/main" prst="roundRect">
            <a:avLst>
              <a:gd name="adj" fmla="val 50000"/>
            </a:avLst>
          </a:prstGeom>
          <a:solidFill xmlns:a="http://schemas.openxmlformats.org/drawingml/2006/main">
            <a:srgbClr val="BCEF59"/>
          </a:solidFill>
          <a:ln xmlns:a="http://schemas.openxmlformats.org/drawingml/2006/main">
            <a:noFill/>
          </a:ln>
        </p:spPr>
        <p:txBody>
          <a:bodyPr xmlns:a="http://schemas.openxmlformats.org/drawingml/2006/main" spcFirstLastPara="1" wrap="square" lIns="210300" tIns="121875" rIns="121875" bIns="121875" anchor="ctr">
            <a:noAutofit/>
          </a:bodyPr>
          <a:lstStyle xmlns:a="http://schemas.openxmlformats.org/drawingml/2006/main"/>
          <a:p xmlns:a="http://schemas.openxmlformats.org/drawingml/2006/main">
            <a:r>
              <a:rPr sz="1500" b="1">
                <a:solidFill>
                  <a:schemeClr val="bg1"/>
                </a:solidFill>
                <a:latin typeface="Inter SemiBold"/>
                <a:ea typeface="Inter SemiBold"/>
                <a:cs typeface="Inter SemiBold"/>
              </a:rPr>
              <a:t>Access and project scope</a:t>
            </a:r>
            <a:endParaRPr sz="1500" b="1">
              <a:solidFill>
                <a:schemeClr val="bg1"/>
              </a:solidFill>
              <a:latin typeface="Inter SemiBold"/>
              <a:ea typeface="Inter SemiBold"/>
              <a:cs typeface="Inter SemiBold"/>
            </a:endParaRPr>
          </a:p>
        </p:txBody>
      </p:sp>
    </p:spTree>
    <p:extLst>
      <p:ext uri="{BB962C8B-B14F-4D97-AF65-F5344CB8AC3E}">
        <p14:creationId xmlns:p14="http://schemas.microsoft.com/office/powerpoint/2010/main" val="2435171538"/>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23" name="Footer Placeholder 22">
            <a:extLst xmlns:a="http://schemas.openxmlformats.org/drawingml/2006/main">
              <a:ext uri="{FF2B5EF4-FFF2-40B4-BE49-F238E27FC236}">
                <a16:creationId xmlns:a16="http://schemas.microsoft.com/office/drawing/2014/main" id="{AD97F9EA-012C-21EB-B59E-E7F4EA1900FE}"/>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532" name="Google Shape;532;p58">
            <a:extLst xmlns:a="http://schemas.openxmlformats.org/drawingml/2006/main">
              <a:ext uri="{FF2B5EF4-FFF2-40B4-BE49-F238E27FC236}">
                <a16:creationId xmlns:a16="http://schemas.microsoft.com/office/drawing/2014/main" id="{10AF45DF-4338-2F83-4089-BDD958131658}"/>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fld id="{00000000-1234-1234-1234-123412341234}" type="slidenum">
              <a:t>11</a:t>
            </a:fld>
            <a:endParaRPr/>
          </a:p>
        </p:txBody>
      </p:sp>
      <p:sp>
        <p:nvSpPr>
          <p:cNvPr id="533" name="Google Shape;533;p58">
            <a:extLst xmlns:a="http://schemas.openxmlformats.org/drawingml/2006/main">
              <a:ext uri="{FF2B5EF4-FFF2-40B4-BE49-F238E27FC236}">
                <a16:creationId xmlns:a16="http://schemas.microsoft.com/office/drawing/2014/main" id="{E4D2BBD2-B9DC-C05C-151C-46086B5BA514}"/>
              </a:ext>
            </a:extLst>
          </p:cNvPr>
          <p:cNvSpPr>
            <a:spLocks xmlns:a="http://schemas.openxmlformats.org/drawingml/2006/main" noGrp="1"/>
          </p:cNvSpPr>
          <p:nvPr>
            <p:ph type="title" idx="0"/>
          </p:nvPr>
        </p:nvSpPr>
        <p:spPr>
          <a:xfrm xmlns:a="http://schemas.openxmlformats.org/drawingml/2006/main">
            <a:off x="393668" y="344043"/>
            <a:ext cx="11404568" cy="1047464"/>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r>
              <a:t>A four-week learning and review cycle</a:t>
            </a:r>
          </a:p>
        </p:txBody>
      </p:sp>
      <p:graphicFrame>
        <p:nvGraphicFramePr>
          <p:cNvPr id="4" name="Google Shape;953;p80">
            <a:extLst xmlns:a="http://schemas.openxmlformats.org/drawingml/2006/main">
              <a:ext uri="{FF2B5EF4-FFF2-40B4-BE49-F238E27FC236}">
                <a16:creationId xmlns:a16="http://schemas.microsoft.com/office/drawing/2014/main" id="{BF3BF927-43B4-4E61-96B2-D60BCE29E386}"/>
              </a:ext>
            </a:extLst>
          </p:cNvPr>
          <p:cNvGraphicFramePr/>
          <p:nvPr/>
        </p:nvGraphicFramePr>
        <p:xfrm>
          <a:off xmlns:a="http://schemas.openxmlformats.org/drawingml/2006/main" x="393700" y="822085"/>
          <a:ext xmlns:a="http://schemas.openxmlformats.org/drawingml/2006/main" cx="11404600" cy="5350115"/>
        </p:xfrm>
        <a:graphic xmlns:a="http://schemas.openxmlformats.org/drawingml/2006/main">
          <a:graphicData uri="http://schemas.openxmlformats.org/drawingml/2006/table">
            <a:tbl>
              <a:tblPr/>
              <a:tblGrid>
                <a:gridCol w="2280920"/>
                <a:gridCol w="2280920"/>
                <a:gridCol w="2280920"/>
                <a:gridCol w="2280920"/>
                <a:gridCol w="2280920"/>
              </a:tblGrid>
              <a:tr h="449963">
                <a:tc>
                  <a:txBody>
                    <a:bodyPr/>
                    <a:lstStyle/>
                    <a:p>
                      <a:pPr marL="0" lvl="0" indent="0" algn="ctr">
                        <a:spcBef>
                          <a:spcPts val="0"/>
                        </a:spcBef>
                        <a:spcAft>
                          <a:spcPts val="0"/>
                        </a:spcAft>
                        <a:buNone/>
                      </a:pPr>
                      <a:r>
                        <a:rPr sz="1200">
                          <a:solidFill>
                            <a:schemeClr val="tx1"/>
                          </a:solidFill>
                        </a:rPr>
                        <a:t>Monday</a:t>
                      </a:r>
                      <a:endParaRPr sz="1200">
                        <a:solidFill>
                          <a:schemeClr val="tx1"/>
                        </a:solidFill>
                      </a:endParaRPr>
                    </a:p>
                  </a:txBody>
                  <a:tcPr marL="0" marR="0" marT="91440" marB="91425">
                    <a:lnL w="12700" cmpd="sng">
                      <a:noFill/>
                      <a:prstDash val="solid"/>
                    </a:lnL>
                    <a:lnR w="12700" cmpd="sng">
                      <a:noFill/>
                      <a:prstDash val="solid"/>
                    </a:lnR>
                    <a:lnT w="12700" cmpd="sng">
                      <a:noFill/>
                      <a:prstDash val="solid"/>
                    </a:lnT>
                    <a:lnB w="12700" cmpd="sng">
                      <a:solidFill>
                        <a:schemeClr val="tx1"/>
                      </a:solidFill>
                      <a:prstDash val="solid"/>
                    </a:lnB>
                  </a:tcPr>
                </a:tc>
                <a:tc>
                  <a:txBody>
                    <a:bodyPr/>
                    <a:lstStyle/>
                    <a:p>
                      <a:pPr marL="0" lvl="0" indent="0" algn="ctr">
                        <a:spcBef>
                          <a:spcPts val="0"/>
                        </a:spcBef>
                        <a:spcAft>
                          <a:spcPts val="0"/>
                        </a:spcAft>
                        <a:buNone/>
                      </a:pPr>
                      <a:r>
                        <a:rPr sz="1200">
                          <a:solidFill>
                            <a:schemeClr val="tx1"/>
                          </a:solidFill>
                        </a:rPr>
                        <a:t>Tuesday</a:t>
                      </a:r>
                      <a:endParaRPr sz="1200">
                        <a:solidFill>
                          <a:schemeClr val="tx1"/>
                        </a:solidFill>
                      </a:endParaRPr>
                    </a:p>
                  </a:txBody>
                  <a:tcPr marL="0" marR="0" marT="91440" marB="91425">
                    <a:lnL w="12700" cmpd="sng">
                      <a:noFill/>
                      <a:prstDash val="solid"/>
                    </a:lnL>
                    <a:lnR w="12700" cmpd="sng">
                      <a:noFill/>
                      <a:prstDash val="solid"/>
                    </a:lnR>
                    <a:lnT w="12700" cmpd="sng">
                      <a:noFill/>
                      <a:prstDash val="solid"/>
                    </a:lnT>
                    <a:lnB w="12700" cmpd="sng">
                      <a:solidFill>
                        <a:schemeClr val="tx1"/>
                      </a:solidFill>
                      <a:prstDash val="solid"/>
                    </a:lnB>
                  </a:tcPr>
                </a:tc>
                <a:tc>
                  <a:txBody>
                    <a:bodyPr/>
                    <a:lstStyle/>
                    <a:p>
                      <a:pPr marL="0" lvl="0" indent="0" algn="ctr">
                        <a:spcBef>
                          <a:spcPts val="0"/>
                        </a:spcBef>
                        <a:spcAft>
                          <a:spcPts val="0"/>
                        </a:spcAft>
                        <a:buNone/>
                      </a:pPr>
                      <a:r>
                        <a:rPr sz="1200">
                          <a:solidFill>
                            <a:schemeClr val="tx1"/>
                          </a:solidFill>
                        </a:rPr>
                        <a:t>Wednesday</a:t>
                      </a:r>
                      <a:endParaRPr sz="1200">
                        <a:solidFill>
                          <a:schemeClr val="tx1"/>
                        </a:solidFill>
                      </a:endParaRPr>
                    </a:p>
                  </a:txBody>
                  <a:tcPr marL="0" marR="0" marT="91440" marB="91425">
                    <a:lnL w="12700" cmpd="sng">
                      <a:noFill/>
                      <a:prstDash val="solid"/>
                    </a:lnL>
                    <a:lnR w="12700" cmpd="sng">
                      <a:noFill/>
                      <a:prstDash val="solid"/>
                    </a:lnR>
                    <a:lnT w="12700" cmpd="sng">
                      <a:noFill/>
                      <a:prstDash val="solid"/>
                    </a:lnT>
                    <a:lnB w="12700" cmpd="sng">
                      <a:solidFill>
                        <a:schemeClr val="tx1"/>
                      </a:solidFill>
                      <a:prstDash val="solid"/>
                    </a:lnB>
                  </a:tcPr>
                </a:tc>
                <a:tc>
                  <a:txBody>
                    <a:bodyPr/>
                    <a:lstStyle/>
                    <a:p>
                      <a:pPr marL="0" lvl="0" indent="0" algn="ctr">
                        <a:spcBef>
                          <a:spcPts val="0"/>
                        </a:spcBef>
                        <a:spcAft>
                          <a:spcPts val="0"/>
                        </a:spcAft>
                        <a:buNone/>
                      </a:pPr>
                      <a:r>
                        <a:rPr sz="1200">
                          <a:solidFill>
                            <a:schemeClr val="tx1"/>
                          </a:solidFill>
                        </a:rPr>
                        <a:t>Thursday</a:t>
                      </a:r>
                      <a:endParaRPr sz="1200">
                        <a:solidFill>
                          <a:schemeClr val="tx1"/>
                        </a:solidFill>
                      </a:endParaRPr>
                    </a:p>
                  </a:txBody>
                  <a:tcPr marL="0" marR="0" marT="91440" marB="91425">
                    <a:lnL w="12700" cmpd="sng">
                      <a:noFill/>
                      <a:prstDash val="solid"/>
                    </a:lnL>
                    <a:lnR w="12700" cmpd="sng">
                      <a:noFill/>
                      <a:prstDash val="solid"/>
                    </a:lnR>
                    <a:lnT w="12700" cmpd="sng">
                      <a:noFill/>
                      <a:prstDash val="solid"/>
                    </a:lnT>
                    <a:lnB w="12700" cmpd="sng">
                      <a:solidFill>
                        <a:schemeClr val="tx1"/>
                      </a:solidFill>
                      <a:prstDash val="solid"/>
                    </a:lnB>
                  </a:tcPr>
                </a:tc>
                <a:tc>
                  <a:txBody>
                    <a:bodyPr/>
                    <a:lstStyle/>
                    <a:p>
                      <a:pPr marL="0" lvl="0" indent="0" algn="ctr">
                        <a:spcBef>
                          <a:spcPts val="0"/>
                        </a:spcBef>
                        <a:spcAft>
                          <a:spcPts val="0"/>
                        </a:spcAft>
                        <a:buNone/>
                      </a:pPr>
                      <a:r>
                        <a:rPr sz="1200">
                          <a:solidFill>
                            <a:schemeClr val="tx1"/>
                          </a:solidFill>
                        </a:rPr>
                        <a:t>Friday</a:t>
                      </a:r>
                      <a:endParaRPr sz="1200">
                        <a:solidFill>
                          <a:schemeClr val="tx1"/>
                        </a:solidFill>
                      </a:endParaRPr>
                    </a:p>
                  </a:txBody>
                  <a:tcPr marL="0" marR="0" marT="91440" marB="91425">
                    <a:lnL w="12700" cmpd="sng">
                      <a:noFill/>
                      <a:prstDash val="solid"/>
                    </a:lnL>
                    <a:lnR w="12700" cmpd="sng">
                      <a:noFill/>
                      <a:prstDash val="solid"/>
                    </a:lnR>
                    <a:lnT w="12700" cmpd="sng">
                      <a:noFill/>
                      <a:prstDash val="solid"/>
                    </a:lnT>
                    <a:lnB w="12700" cmpd="sng">
                      <a:solidFill>
                        <a:schemeClr val="tx1"/>
                      </a:solidFill>
                      <a:prstDash val="solid"/>
                    </a:lnB>
                  </a:tcPr>
                </a:tc>
              </a:tr>
              <a:tr h="1225038">
                <a:tc>
                  <a:txBody>
                    <a:bodyPr/>
                    <a:lstStyle/>
                    <a:p>
                      <a:pPr marL="0" marR="0" lvl="0" indent="0" algn="l" defTabSz="914400">
                        <a:lnSpc>
                          <a:spcPct val="100000"/>
                        </a:lnSpc>
                        <a:spcBef>
                          <a:spcPts val="0"/>
                        </a:spcBef>
                        <a:spcAft>
                          <a:spcPts val="0"/>
                        </a:spcAft>
                        <a:buClrTx/>
                        <a:buSzTx/>
                        <a:buFontTx/>
                        <a:buNone/>
                      </a:pPr>
                      <a:r>
                        <a:rPr sz="1200" b="0" i="0" u="none" strike="noStrike" cap="none" spc="0" baseline="0">
                          <a:ln>
                            <a:noFill/>
                          </a:ln>
                          <a:solidFill>
                            <a:schemeClr val="tx1"/>
                          </a:solidFill>
                          <a:latin typeface="Helvetica Neue"/>
                          <a:ea typeface="Helvetica Neue"/>
                          <a:cs typeface="Helvetica Neue"/>
                        </a:rPr>
                        <a:t>Week 1</a:t>
                      </a:r>
                      <a:endParaRPr sz="1200" b="0" i="0" u="none" strike="noStrike" kern="1200" cap="none" spc="0" baseline="0">
                        <a:ln>
                          <a:noFill/>
                        </a:ln>
                        <a:solidFill>
                          <a:schemeClr val="tx1"/>
                        </a:solidFill>
                        <a:latin typeface="Helvetica Neue"/>
                        <a:ea typeface="Helvetica Neue"/>
                        <a:cs typeface="Helvetica Neue"/>
                      </a:endParaRPr>
                    </a:p>
                  </a:txBody>
                  <a:tcPr marL="137160" marR="0" marT="91440" marB="91425">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marL="0" marR="0" lvl="0" indent="0" algn="l" defTabSz="914400">
                        <a:lnSpc>
                          <a:spcPct val="100000"/>
                        </a:lnSpc>
                        <a:spcBef>
                          <a:spcPts val="0"/>
                        </a:spcBef>
                        <a:spcAft>
                          <a:spcPts val="0"/>
                        </a:spcAft>
                        <a:buClrTx/>
                        <a:buSzTx/>
                        <a:buFontTx/>
                        <a:buNone/>
                      </a:pPr>
                      <a:r>
                        <a:rPr sz="1200" b="0" i="0" u="none" strike="noStrike" cap="none" spc="0" baseline="0">
                          <a:ln>
                            <a:noFill/>
                          </a:ln>
                          <a:solidFill>
                            <a:schemeClr val="tx1"/>
                          </a:solidFill>
                          <a:latin typeface="Helvetica Neue"/>
                          <a:ea typeface="Helvetica Neue"/>
                          <a:cs typeface="Helvetica Neue"/>
                        </a:rPr>
                        <a:t/>
                      </a:r>
                    </a:p>
                  </a:txBody>
                  <a:tcPr marL="137160" marR="0" marT="91440" marB="91425">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marL="0" marR="0" lvl="0" indent="0" algn="l" defTabSz="914400">
                        <a:lnSpc>
                          <a:spcPct val="100000"/>
                        </a:lnSpc>
                        <a:spcBef>
                          <a:spcPts val="0"/>
                        </a:spcBef>
                        <a:spcAft>
                          <a:spcPts val="0"/>
                        </a:spcAft>
                        <a:buClrTx/>
                        <a:buSzTx/>
                        <a:buFontTx/>
                        <a:buNone/>
                      </a:pPr>
                      <a:r>
                        <a:rPr sz="1200" b="0" i="0" u="none" strike="noStrike" cap="none" spc="0" baseline="0">
                          <a:ln>
                            <a:noFill/>
                          </a:ln>
                          <a:solidFill>
                            <a:schemeClr val="tx1"/>
                          </a:solidFill>
                          <a:latin typeface="Helvetica Neue"/>
                          <a:ea typeface="Helvetica Neue"/>
                          <a:cs typeface="Helvetica Neue"/>
                        </a:rPr>
                        <a:t/>
                      </a:r>
                      <a:endParaRPr sz="1200" b="0" i="0" u="none" strike="noStrike" kern="1200" cap="none" spc="0" baseline="0">
                        <a:ln>
                          <a:noFill/>
                        </a:ln>
                        <a:solidFill>
                          <a:schemeClr val="tx1"/>
                        </a:solidFill>
                        <a:latin typeface="Helvetica Neue"/>
                        <a:ea typeface="Helvetica Neue"/>
                        <a:cs typeface="Helvetica Neue"/>
                      </a:endParaRPr>
                    </a:p>
                  </a:txBody>
                  <a:tcPr marL="137160" marR="0" marT="91440" marB="91425">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marL="0" marR="0" lvl="0" indent="0" algn="l" defTabSz="914400">
                        <a:lnSpc>
                          <a:spcPct val="100000"/>
                        </a:lnSpc>
                        <a:spcBef>
                          <a:spcPts val="0"/>
                        </a:spcBef>
                        <a:spcAft>
                          <a:spcPts val="0"/>
                        </a:spcAft>
                        <a:buClrTx/>
                        <a:buSzTx/>
                        <a:buFontTx/>
                        <a:buNone/>
                      </a:pPr>
                      <a:r>
                        <a:rPr sz="1200" b="0" i="0" u="none" strike="noStrike" cap="none" spc="0" baseline="0">
                          <a:ln>
                            <a:noFill/>
                          </a:ln>
                          <a:solidFill>
                            <a:schemeClr val="tx1"/>
                          </a:solidFill>
                          <a:latin typeface="Helvetica Neue"/>
                          <a:ea typeface="Helvetica Neue"/>
                          <a:cs typeface="Helvetica Neue"/>
                        </a:rPr>
                        <a:t/>
                      </a:r>
                      <a:endParaRPr sz="1200" b="0" i="0" u="none" strike="noStrike" kern="1200" cap="none" spc="0" baseline="0">
                        <a:ln>
                          <a:noFill/>
                        </a:ln>
                        <a:solidFill>
                          <a:schemeClr val="tx1"/>
                        </a:solidFill>
                        <a:latin typeface="Helvetica Neue"/>
                        <a:ea typeface="Helvetica Neue"/>
                        <a:cs typeface="Helvetica Neue"/>
                      </a:endParaRPr>
                    </a:p>
                  </a:txBody>
                  <a:tcPr marL="137160" marR="0" marT="91440" marB="91425">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marL="0" marR="0" lvl="0" indent="0" algn="l" defTabSz="914400">
                        <a:lnSpc>
                          <a:spcPct val="100000"/>
                        </a:lnSpc>
                        <a:spcBef>
                          <a:spcPts val="0"/>
                        </a:spcBef>
                        <a:spcAft>
                          <a:spcPts val="0"/>
                        </a:spcAft>
                        <a:buClrTx/>
                        <a:buSzTx/>
                        <a:buFontTx/>
                        <a:buNone/>
                      </a:pPr>
                      <a:r>
                        <a:rPr sz="1200" b="0" i="0" u="none" strike="noStrike" cap="none" spc="0" baseline="0">
                          <a:ln>
                            <a:noFill/>
                          </a:ln>
                          <a:solidFill>
                            <a:schemeClr val="tx1"/>
                          </a:solidFill>
                          <a:latin typeface="Helvetica Neue"/>
                          <a:ea typeface="Helvetica Neue"/>
                          <a:cs typeface="Helvetica Neue"/>
                        </a:rPr>
                        <a:t/>
                      </a:r>
                      <a:endParaRPr sz="1200" b="0" i="0" u="none" strike="noStrike" kern="1200" cap="none" spc="0" baseline="0">
                        <a:ln>
                          <a:noFill/>
                        </a:ln>
                        <a:solidFill>
                          <a:schemeClr val="tx1"/>
                        </a:solidFill>
                        <a:latin typeface="Helvetica Neue"/>
                        <a:ea typeface="Helvetica Neue"/>
                        <a:cs typeface="Helvetica Neue"/>
                      </a:endParaRPr>
                    </a:p>
                  </a:txBody>
                  <a:tcPr marL="137160" marR="0" marT="91440" marB="91425">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1225038">
                <a:tc>
                  <a:txBody>
                    <a:bodyPr/>
                    <a:lstStyle/>
                    <a:p>
                      <a:pPr marL="0" marR="0" lvl="0" indent="0" algn="l" defTabSz="914400">
                        <a:lnSpc>
                          <a:spcPct val="100000"/>
                        </a:lnSpc>
                        <a:spcBef>
                          <a:spcPts val="0"/>
                        </a:spcBef>
                        <a:spcAft>
                          <a:spcPts val="0"/>
                        </a:spcAft>
                        <a:buClrTx/>
                        <a:buSzTx/>
                        <a:buFontTx/>
                        <a:buNone/>
                      </a:pPr>
                      <a:r>
                        <a:rPr sz="1200" b="0" i="0" u="none" strike="noStrike" cap="none" spc="0" baseline="0">
                          <a:ln>
                            <a:noFill/>
                          </a:ln>
                          <a:solidFill>
                            <a:schemeClr val="tx1"/>
                          </a:solidFill>
                          <a:latin typeface="Helvetica Neue"/>
                          <a:ea typeface="Helvetica Neue"/>
                          <a:cs typeface="Helvetica Neue"/>
                        </a:rPr>
                        <a:t>Week 2</a:t>
                      </a:r>
                    </a:p>
                  </a:txBody>
                  <a:tcPr marL="137160" marR="0" marT="91440" marB="91425">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marL="0" marR="0" lvl="0" indent="0" algn="l" defTabSz="914400">
                        <a:lnSpc>
                          <a:spcPct val="100000"/>
                        </a:lnSpc>
                        <a:spcBef>
                          <a:spcPts val="0"/>
                        </a:spcBef>
                        <a:spcAft>
                          <a:spcPts val="0"/>
                        </a:spcAft>
                        <a:buClrTx/>
                        <a:buSzTx/>
                        <a:buFontTx/>
                        <a:buNone/>
                      </a:pPr>
                      <a:r>
                        <a:rPr sz="1200" b="0" i="0" u="none" strike="noStrike" cap="none" spc="0" baseline="0">
                          <a:ln>
                            <a:noFill/>
                          </a:ln>
                          <a:solidFill>
                            <a:schemeClr val="tx1"/>
                          </a:solidFill>
                          <a:latin typeface="Helvetica Neue"/>
                          <a:ea typeface="Helvetica Neue"/>
                          <a:cs typeface="Helvetica Neue"/>
                        </a:rPr>
                        <a:t/>
                      </a:r>
                      <a:endParaRPr sz="1200" b="0" i="0" u="none" strike="noStrike" kern="1200" cap="none" spc="0" baseline="0">
                        <a:ln>
                          <a:noFill/>
                        </a:ln>
                        <a:solidFill>
                          <a:schemeClr val="tx1"/>
                        </a:solidFill>
                        <a:latin typeface="Helvetica Neue"/>
                        <a:ea typeface="Helvetica Neue"/>
                        <a:cs typeface="Helvetica Neue"/>
                      </a:endParaRPr>
                    </a:p>
                  </a:txBody>
                  <a:tcPr marL="137160" marR="0" marT="91440" marB="91425">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marL="0" marR="0" lvl="0" indent="0" algn="l" defTabSz="914400">
                        <a:lnSpc>
                          <a:spcPct val="100000"/>
                        </a:lnSpc>
                        <a:spcBef>
                          <a:spcPts val="0"/>
                        </a:spcBef>
                        <a:spcAft>
                          <a:spcPts val="0"/>
                        </a:spcAft>
                        <a:buClrTx/>
                        <a:buSzTx/>
                        <a:buFontTx/>
                        <a:buNone/>
                      </a:pPr>
                      <a:r>
                        <a:rPr sz="1200" b="0" i="0" u="none" strike="noStrike" cap="none" spc="0" baseline="0">
                          <a:ln>
                            <a:noFill/>
                          </a:ln>
                          <a:solidFill>
                            <a:schemeClr val="tx1"/>
                          </a:solidFill>
                          <a:latin typeface="Helvetica Neue"/>
                          <a:ea typeface="Helvetica Neue"/>
                          <a:cs typeface="Helvetica Neue"/>
                        </a:rPr>
                        <a:t/>
                      </a:r>
                      <a:endParaRPr sz="1200" b="0" i="0" u="none" strike="noStrike" kern="1200" cap="none" spc="0" baseline="0">
                        <a:ln>
                          <a:noFill/>
                        </a:ln>
                        <a:solidFill>
                          <a:schemeClr val="tx1"/>
                        </a:solidFill>
                        <a:latin typeface="Helvetica Neue"/>
                        <a:ea typeface="Helvetica Neue"/>
                        <a:cs typeface="Helvetica Neue"/>
                      </a:endParaRPr>
                    </a:p>
                  </a:txBody>
                  <a:tcPr marL="137160" marR="0" marT="91440" marB="91425">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marL="0" marR="0" lvl="0" indent="0" algn="l" defTabSz="914400">
                        <a:lnSpc>
                          <a:spcPct val="100000"/>
                        </a:lnSpc>
                        <a:spcBef>
                          <a:spcPts val="0"/>
                        </a:spcBef>
                        <a:spcAft>
                          <a:spcPts val="0"/>
                        </a:spcAft>
                        <a:buClrTx/>
                        <a:buSzTx/>
                        <a:buFontTx/>
                        <a:buNone/>
                      </a:pPr>
                      <a:r>
                        <a:rPr sz="1200" b="0" i="0" u="none" strike="noStrike" cap="none" spc="0" baseline="0">
                          <a:ln>
                            <a:noFill/>
                          </a:ln>
                          <a:solidFill>
                            <a:schemeClr val="tx1"/>
                          </a:solidFill>
                          <a:latin typeface="Helvetica Neue"/>
                          <a:ea typeface="Helvetica Neue"/>
                          <a:cs typeface="Helvetica Neue"/>
                        </a:rPr>
                        <a:t/>
                      </a:r>
                      <a:endParaRPr sz="1200" b="0" i="0" u="none" strike="noStrike" kern="1200" cap="none" spc="0" baseline="0">
                        <a:ln>
                          <a:noFill/>
                        </a:ln>
                        <a:solidFill>
                          <a:schemeClr val="tx1"/>
                        </a:solidFill>
                        <a:latin typeface="Helvetica Neue"/>
                        <a:ea typeface="Helvetica Neue"/>
                        <a:cs typeface="Helvetica Neue"/>
                      </a:endParaRPr>
                    </a:p>
                  </a:txBody>
                  <a:tcPr marL="137160" marR="0" marT="91440" marB="91425">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marL="0" marR="0" lvl="0" indent="0" algn="l" defTabSz="914400">
                        <a:lnSpc>
                          <a:spcPct val="100000"/>
                        </a:lnSpc>
                        <a:spcBef>
                          <a:spcPts val="0"/>
                        </a:spcBef>
                        <a:spcAft>
                          <a:spcPts val="0"/>
                        </a:spcAft>
                        <a:buClrTx/>
                        <a:buSzTx/>
                        <a:buFontTx/>
                        <a:buNone/>
                      </a:pPr>
                      <a:r>
                        <a:rPr sz="1200" b="0" i="0" u="none" strike="noStrike" cap="none" spc="0" baseline="0">
                          <a:ln>
                            <a:noFill/>
                          </a:ln>
                          <a:solidFill>
                            <a:schemeClr val="tx1"/>
                          </a:solidFill>
                          <a:latin typeface="Helvetica Neue"/>
                          <a:ea typeface="Helvetica Neue"/>
                          <a:cs typeface="Helvetica Neue"/>
                        </a:rPr>
                        <a:t/>
                      </a:r>
                      <a:endParaRPr sz="1200" b="0" i="0" u="none" strike="noStrike" kern="1200" cap="none" spc="0" baseline="0">
                        <a:ln>
                          <a:noFill/>
                        </a:ln>
                        <a:solidFill>
                          <a:schemeClr val="tx1"/>
                        </a:solidFill>
                        <a:latin typeface="Helvetica Neue"/>
                        <a:ea typeface="Helvetica Neue"/>
                        <a:cs typeface="Helvetica Neue"/>
                      </a:endParaRPr>
                    </a:p>
                  </a:txBody>
                  <a:tcPr marL="137160" marR="0" marT="91440" marB="91425">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1225038">
                <a:tc>
                  <a:txBody>
                    <a:bodyPr/>
                    <a:lstStyle/>
                    <a:p>
                      <a:pPr marL="0" marR="0" lvl="0" indent="0" algn="l" defTabSz="914400">
                        <a:lnSpc>
                          <a:spcPct val="100000"/>
                        </a:lnSpc>
                        <a:spcBef>
                          <a:spcPts val="0"/>
                        </a:spcBef>
                        <a:spcAft>
                          <a:spcPts val="0"/>
                        </a:spcAft>
                        <a:buClrTx/>
                        <a:buSzTx/>
                        <a:buFontTx/>
                        <a:buNone/>
                      </a:pPr>
                      <a:r>
                        <a:rPr sz="1200" b="0" i="0" u="none" strike="noStrike" cap="none" spc="0" baseline="0">
                          <a:ln>
                            <a:noFill/>
                          </a:ln>
                          <a:solidFill>
                            <a:schemeClr val="tx1"/>
                          </a:solidFill>
                          <a:latin typeface="Helvetica Neue"/>
                          <a:ea typeface="Helvetica Neue"/>
                          <a:cs typeface="Helvetica Neue"/>
                        </a:rPr>
                        <a:t>Week 3</a:t>
                      </a:r>
                      <a:endParaRPr sz="1200" b="0" i="0" u="none" strike="noStrike" kern="1200" cap="none" spc="0" baseline="0">
                        <a:ln>
                          <a:noFill/>
                        </a:ln>
                        <a:solidFill>
                          <a:schemeClr val="tx1"/>
                        </a:solidFill>
                        <a:latin typeface="Helvetica Neue"/>
                        <a:ea typeface="Helvetica Neue"/>
                        <a:cs typeface="Helvetica Neue"/>
                      </a:endParaRPr>
                    </a:p>
                  </a:txBody>
                  <a:tcPr marL="137160" marR="0" marT="91440" marB="91425">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marL="0" marR="0" lvl="0" indent="0" algn="l" defTabSz="914400">
                        <a:lnSpc>
                          <a:spcPct val="100000"/>
                        </a:lnSpc>
                        <a:spcBef>
                          <a:spcPts val="0"/>
                        </a:spcBef>
                        <a:spcAft>
                          <a:spcPts val="0"/>
                        </a:spcAft>
                        <a:buClrTx/>
                        <a:buSzTx/>
                        <a:buFontTx/>
                        <a:buNone/>
                      </a:pPr>
                      <a:r>
                        <a:rPr sz="1200" b="0" i="0" u="none" strike="noStrike" cap="none" spc="0" baseline="0">
                          <a:ln>
                            <a:noFill/>
                          </a:ln>
                          <a:solidFill>
                            <a:schemeClr val="tx1"/>
                          </a:solidFill>
                          <a:latin typeface="Helvetica Neue"/>
                          <a:ea typeface="Helvetica Neue"/>
                          <a:cs typeface="Helvetica Neue"/>
                        </a:rPr>
                        <a:t/>
                      </a:r>
                      <a:endParaRPr sz="1200" b="0" i="0" u="none" strike="noStrike" kern="1200" cap="none" spc="0" baseline="0">
                        <a:ln>
                          <a:noFill/>
                        </a:ln>
                        <a:solidFill>
                          <a:schemeClr val="tx1"/>
                        </a:solidFill>
                        <a:latin typeface="Helvetica Neue"/>
                        <a:ea typeface="Helvetica Neue"/>
                        <a:cs typeface="Helvetica Neue"/>
                      </a:endParaRPr>
                    </a:p>
                  </a:txBody>
                  <a:tcPr marL="137160" marR="0" marT="91440" marB="91425">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marL="0" marR="0" lvl="0" indent="0" algn="l" defTabSz="914400">
                        <a:lnSpc>
                          <a:spcPct val="100000"/>
                        </a:lnSpc>
                        <a:spcBef>
                          <a:spcPts val="0"/>
                        </a:spcBef>
                        <a:spcAft>
                          <a:spcPts val="0"/>
                        </a:spcAft>
                        <a:buClrTx/>
                        <a:buSzTx/>
                        <a:buFontTx/>
                        <a:buNone/>
                      </a:pPr>
                      <a:r>
                        <a:rPr sz="1200" b="0" i="0" u="none" strike="noStrike" cap="none" spc="0" baseline="0">
                          <a:ln>
                            <a:noFill/>
                          </a:ln>
                          <a:solidFill>
                            <a:schemeClr val="tx1"/>
                          </a:solidFill>
                          <a:latin typeface="Helvetica Neue"/>
                          <a:ea typeface="Helvetica Neue"/>
                          <a:cs typeface="Helvetica Neue"/>
                        </a:rPr>
                        <a:t/>
                      </a:r>
                      <a:endParaRPr sz="1200" b="0" i="0" u="none" strike="noStrike" kern="1200" cap="none" spc="0" baseline="0">
                        <a:ln>
                          <a:noFill/>
                        </a:ln>
                        <a:solidFill>
                          <a:schemeClr val="tx1"/>
                        </a:solidFill>
                        <a:latin typeface="Helvetica Neue"/>
                        <a:ea typeface="Helvetica Neue"/>
                        <a:cs typeface="Helvetica Neue"/>
                      </a:endParaRPr>
                    </a:p>
                  </a:txBody>
                  <a:tcPr marL="137160" marR="0" marT="91440" marB="91425">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marL="0" marR="0" lvl="0" indent="0" algn="l" defTabSz="914400">
                        <a:lnSpc>
                          <a:spcPct val="100000"/>
                        </a:lnSpc>
                        <a:spcBef>
                          <a:spcPts val="0"/>
                        </a:spcBef>
                        <a:spcAft>
                          <a:spcPts val="0"/>
                        </a:spcAft>
                        <a:buClrTx/>
                        <a:buSzTx/>
                        <a:buFontTx/>
                        <a:buNone/>
                      </a:pPr>
                      <a:r>
                        <a:rPr sz="1200" b="0" i="0" u="none" strike="noStrike" cap="none" spc="0" baseline="0">
                          <a:ln>
                            <a:noFill/>
                          </a:ln>
                          <a:solidFill>
                            <a:schemeClr val="tx1"/>
                          </a:solidFill>
                          <a:latin typeface="Helvetica Neue"/>
                          <a:ea typeface="Helvetica Neue"/>
                          <a:cs typeface="Helvetica Neue"/>
                        </a:rPr>
                        <a:t/>
                      </a:r>
                      <a:endParaRPr sz="1200" b="0" i="0" u="none" strike="noStrike" kern="1200" cap="none" spc="0" baseline="0">
                        <a:ln>
                          <a:noFill/>
                        </a:ln>
                        <a:solidFill>
                          <a:schemeClr val="tx1"/>
                        </a:solidFill>
                        <a:latin typeface="Helvetica Neue"/>
                        <a:ea typeface="Helvetica Neue"/>
                        <a:cs typeface="Helvetica Neue"/>
                      </a:endParaRPr>
                    </a:p>
                  </a:txBody>
                  <a:tcPr marL="137160" marR="0" marT="91440" marB="91425">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marL="0" marR="0" lvl="0" indent="0" algn="l" defTabSz="914400">
                        <a:lnSpc>
                          <a:spcPct val="100000"/>
                        </a:lnSpc>
                        <a:spcBef>
                          <a:spcPts val="0"/>
                        </a:spcBef>
                        <a:spcAft>
                          <a:spcPts val="0"/>
                        </a:spcAft>
                        <a:buClrTx/>
                        <a:buSzTx/>
                        <a:buFontTx/>
                        <a:buNone/>
                      </a:pPr>
                      <a:r>
                        <a:rPr sz="1200" b="0" i="0" u="none" strike="noStrike" cap="none" spc="0" baseline="0">
                          <a:ln>
                            <a:noFill/>
                          </a:ln>
                          <a:solidFill>
                            <a:schemeClr val="tx1"/>
                          </a:solidFill>
                          <a:latin typeface="Helvetica Neue"/>
                          <a:ea typeface="Helvetica Neue"/>
                          <a:cs typeface="Helvetica Neue"/>
                        </a:rPr>
                        <a:t/>
                      </a:r>
                    </a:p>
                  </a:txBody>
                  <a:tcPr marL="137160" marR="0" marT="91440" marB="91425">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1225038">
                <a:tc>
                  <a:txBody>
                    <a:bodyPr/>
                    <a:lstStyle/>
                    <a:p>
                      <a:pPr marL="0" marR="0" lvl="0" indent="0" algn="l" defTabSz="914400">
                        <a:lnSpc>
                          <a:spcPct val="100000"/>
                        </a:lnSpc>
                        <a:spcBef>
                          <a:spcPts val="0"/>
                        </a:spcBef>
                        <a:spcAft>
                          <a:spcPts val="0"/>
                        </a:spcAft>
                        <a:buClrTx/>
                        <a:buSzTx/>
                        <a:buFontTx/>
                        <a:buNone/>
                      </a:pPr>
                      <a:r>
                        <a:rPr sz="1200" b="0" i="0" u="none" strike="noStrike" cap="none" spc="0" baseline="0">
                          <a:ln>
                            <a:noFill/>
                          </a:ln>
                          <a:solidFill>
                            <a:schemeClr val="tx1"/>
                          </a:solidFill>
                          <a:latin typeface="Helvetica Neue"/>
                          <a:ea typeface="Helvetica Neue"/>
                          <a:cs typeface="Helvetica Neue"/>
                        </a:rPr>
                        <a:t>Week 4</a:t>
                      </a:r>
                      <a:endParaRPr sz="1200" b="0" i="0" u="none" strike="noStrike" kern="1200" cap="none" spc="0" baseline="0">
                        <a:ln>
                          <a:noFill/>
                        </a:ln>
                        <a:solidFill>
                          <a:schemeClr val="tx1"/>
                        </a:solidFill>
                        <a:latin typeface="Helvetica Neue"/>
                        <a:ea typeface="Helvetica Neue"/>
                        <a:cs typeface="Helvetica Neue"/>
                      </a:endParaRPr>
                    </a:p>
                  </a:txBody>
                  <a:tcPr marL="137160" marR="0" marT="91440" marB="91425">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marL="0" marR="0" lvl="0" indent="0" algn="l" defTabSz="914400">
                        <a:lnSpc>
                          <a:spcPct val="100000"/>
                        </a:lnSpc>
                        <a:spcBef>
                          <a:spcPts val="0"/>
                        </a:spcBef>
                        <a:spcAft>
                          <a:spcPts val="0"/>
                        </a:spcAft>
                        <a:buClrTx/>
                        <a:buSzTx/>
                        <a:buFontTx/>
                        <a:buNone/>
                      </a:pPr>
                      <a:r>
                        <a:rPr sz="1200" b="0" i="0" u="none" strike="noStrike" cap="none" spc="0" baseline="0">
                          <a:ln>
                            <a:noFill/>
                          </a:ln>
                          <a:solidFill>
                            <a:schemeClr val="tx1"/>
                          </a:solidFill>
                          <a:latin typeface="Helvetica Neue"/>
                          <a:ea typeface="Helvetica Neue"/>
                          <a:cs typeface="Helvetica Neue"/>
                        </a:rPr>
                        <a:t/>
                      </a:r>
                      <a:endParaRPr sz="1200" b="0" i="0" u="none" strike="noStrike" kern="1200" cap="none" spc="0" baseline="0">
                        <a:ln>
                          <a:noFill/>
                        </a:ln>
                        <a:solidFill>
                          <a:schemeClr val="tx1"/>
                        </a:solidFill>
                        <a:latin typeface="Helvetica Neue"/>
                        <a:ea typeface="Helvetica Neue"/>
                        <a:cs typeface="Helvetica Neue"/>
                      </a:endParaRPr>
                    </a:p>
                  </a:txBody>
                  <a:tcPr marL="137160" marR="0" marT="91440" marB="91425">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marL="0" marR="0" lvl="0" indent="0" algn="l" defTabSz="914400">
                        <a:lnSpc>
                          <a:spcPct val="100000"/>
                        </a:lnSpc>
                        <a:spcBef>
                          <a:spcPts val="0"/>
                        </a:spcBef>
                        <a:spcAft>
                          <a:spcPts val="0"/>
                        </a:spcAft>
                        <a:buClrTx/>
                        <a:buSzTx/>
                        <a:buFontTx/>
                        <a:buNone/>
                      </a:pPr>
                      <a:r>
                        <a:rPr sz="1200" b="0" i="0" u="none" strike="noStrike" cap="none" spc="0" baseline="0">
                          <a:ln>
                            <a:noFill/>
                          </a:ln>
                          <a:solidFill>
                            <a:schemeClr val="tx1"/>
                          </a:solidFill>
                          <a:latin typeface="Helvetica Neue"/>
                          <a:ea typeface="Helvetica Neue"/>
                          <a:cs typeface="Helvetica Neue"/>
                        </a:rPr>
                        <a:t/>
                      </a:r>
                      <a:endParaRPr sz="1200" b="0" i="0" u="none" strike="noStrike" kern="1200" cap="none" spc="0" baseline="0">
                        <a:ln>
                          <a:noFill/>
                        </a:ln>
                        <a:solidFill>
                          <a:schemeClr val="tx1"/>
                        </a:solidFill>
                        <a:latin typeface="Helvetica Neue"/>
                        <a:ea typeface="Helvetica Neue"/>
                        <a:cs typeface="Helvetica Neue"/>
                      </a:endParaRPr>
                    </a:p>
                  </a:txBody>
                  <a:tcPr marL="137160" marR="0" marT="91440" marB="91425">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marL="0" marR="0" lvl="0" indent="0" algn="l" defTabSz="914400">
                        <a:lnSpc>
                          <a:spcPct val="100000"/>
                        </a:lnSpc>
                        <a:spcBef>
                          <a:spcPts val="0"/>
                        </a:spcBef>
                        <a:spcAft>
                          <a:spcPts val="0"/>
                        </a:spcAft>
                        <a:buClrTx/>
                        <a:buSzTx/>
                        <a:buFontTx/>
                        <a:buNone/>
                      </a:pPr>
                      <a:r>
                        <a:rPr sz="1200" b="0" i="0" u="none" strike="noStrike" cap="none" spc="0" baseline="0">
                          <a:ln>
                            <a:noFill/>
                          </a:ln>
                          <a:solidFill>
                            <a:schemeClr val="tx1"/>
                          </a:solidFill>
                          <a:latin typeface="Helvetica Neue"/>
                          <a:ea typeface="Helvetica Neue"/>
                          <a:cs typeface="Helvetica Neue"/>
                        </a:rPr>
                        <a:t/>
                      </a:r>
                      <a:endParaRPr sz="1200" b="0" i="0" u="none" strike="noStrike" kern="1200" cap="none" spc="0" baseline="0">
                        <a:ln>
                          <a:noFill/>
                        </a:ln>
                        <a:solidFill>
                          <a:schemeClr val="tx1"/>
                        </a:solidFill>
                        <a:latin typeface="Helvetica Neue"/>
                        <a:ea typeface="Helvetica Neue"/>
                        <a:cs typeface="Helvetica Neue"/>
                      </a:endParaRPr>
                    </a:p>
                  </a:txBody>
                  <a:tcPr marL="137160" marR="0" marT="91440" marB="91425">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marL="0" marR="0" lvl="0" indent="0" algn="l" defTabSz="914400">
                        <a:lnSpc>
                          <a:spcPct val="100000"/>
                        </a:lnSpc>
                        <a:spcBef>
                          <a:spcPts val="0"/>
                        </a:spcBef>
                        <a:spcAft>
                          <a:spcPts val="0"/>
                        </a:spcAft>
                        <a:buClrTx/>
                        <a:buSzTx/>
                        <a:buFontTx/>
                        <a:buNone/>
                      </a:pPr>
                      <a:r>
                        <a:rPr sz="1200" b="0" i="0" u="none" strike="noStrike" cap="none" spc="0" baseline="0">
                          <a:ln>
                            <a:noFill/>
                          </a:ln>
                          <a:solidFill>
                            <a:schemeClr val="tx1"/>
                          </a:solidFill>
                          <a:latin typeface="Helvetica Neue"/>
                          <a:ea typeface="Helvetica Neue"/>
                          <a:cs typeface="Helvetica Neue"/>
                        </a:rPr>
                        <a:t/>
                      </a:r>
                    </a:p>
                  </a:txBody>
                  <a:tcPr marL="137160" marR="0" marT="91440" marB="91425">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bl>
          </a:graphicData>
        </a:graphic>
      </p:graphicFrame>
      <p:sp>
        <p:nvSpPr>
          <p:cNvPr id="2" name="Google Shape;969;p80">
            <a:extLst xmlns:a="http://schemas.openxmlformats.org/drawingml/2006/main">
              <a:ext uri="{FF2B5EF4-FFF2-40B4-BE49-F238E27FC236}">
                <a16:creationId xmlns:a16="http://schemas.microsoft.com/office/drawing/2014/main" id="{A122CFB3-561F-F57A-0D76-5F64F78E6566}"/>
              </a:ext>
            </a:extLst>
          </p:cNvPr>
          <p:cNvSpPr>
            <a:spLocks xmlns:a="http://schemas.openxmlformats.org/drawingml/2006/main" noGrp="1"/>
          </p:cNvSpPr>
          <p:nvPr/>
        </p:nvSpPr>
        <p:spPr>
          <a:xfrm xmlns:a="http://schemas.openxmlformats.org/drawingml/2006/main">
            <a:off x="535972" y="1633347"/>
            <a:ext cx="2004060" cy="339947"/>
          </a:xfrm>
          <a:prstGeom xmlns:a="http://schemas.openxmlformats.org/drawingml/2006/main" prst="roundRect">
            <a:avLst>
              <a:gd name="adj" fmla="val 50000"/>
            </a:avLst>
          </a:prstGeom>
          <a:solidFill xmlns:a="http://schemas.openxmlformats.org/drawingml/2006/main">
            <a:srgbClr val="BCEF59"/>
          </a:solidFill>
          <a:ln xmlns:a="http://schemas.openxmlformats.org/drawingml/2006/main">
            <a:noFill/>
          </a:ln>
        </p:spPr>
        <p:txBody>
          <a:bodyPr xmlns:a="http://schemas.openxmlformats.org/drawingml/2006/main" spcFirstLastPara="1" wrap="square" lIns="118872" tIns="121875" rIns="121875" bIns="121875" anchor="ctr">
            <a:noAutofit/>
          </a:bodyPr>
          <a:lstStyle xmlns:a="http://schemas.openxmlformats.org/drawingml/2006/main"/>
          <a:p xmlns:a="http://schemas.openxmlformats.org/drawingml/2006/main">
            <a:pPr algn="ctr">
              <a:buNone/>
            </a:pPr>
            <a:r>
              <a:rPr sz="1100" b="1">
                <a:solidFill>
                  <a:schemeClr val="bg1"/>
                </a:solidFill>
                <a:latin typeface="Inter SemiBold"/>
                <a:ea typeface="Inter SemiBold"/>
                <a:cs typeface="Inter SemiBold"/>
              </a:rPr>
              <a:t>Data and permissions</a:t>
            </a:r>
          </a:p>
        </p:txBody>
      </p:sp>
      <p:sp>
        <p:nvSpPr>
          <p:cNvPr id="5" name="Google Shape;969;p80">
            <a:extLst xmlns:a="http://schemas.openxmlformats.org/drawingml/2006/main">
              <a:ext uri="{FF2B5EF4-FFF2-40B4-BE49-F238E27FC236}">
                <a16:creationId xmlns:a16="http://schemas.microsoft.com/office/drawing/2014/main" id="{C931B0DD-E0CC-3A4D-1652-DEF41244CC5E}"/>
              </a:ext>
            </a:extLst>
          </p:cNvPr>
          <p:cNvSpPr>
            <a:spLocks xmlns:a="http://schemas.openxmlformats.org/drawingml/2006/main" noGrp="1"/>
          </p:cNvSpPr>
          <p:nvPr/>
        </p:nvSpPr>
        <p:spPr>
          <a:xfrm xmlns:a="http://schemas.openxmlformats.org/drawingml/2006/main">
            <a:off x="535972" y="2039779"/>
            <a:ext cx="2004060" cy="339947"/>
          </a:xfrm>
          <a:prstGeom xmlns:a="http://schemas.openxmlformats.org/drawingml/2006/main" prst="roundRect">
            <a:avLst>
              <a:gd name="adj" fmla="val 50000"/>
            </a:avLst>
          </a:prstGeom>
          <a:solidFill xmlns:a="http://schemas.openxmlformats.org/drawingml/2006/main">
            <a:srgbClr val="BCEF59"/>
          </a:solidFill>
          <a:ln xmlns:a="http://schemas.openxmlformats.org/drawingml/2006/main">
            <a:noFill/>
          </a:ln>
        </p:spPr>
        <p:txBody>
          <a:bodyPr xmlns:a="http://schemas.openxmlformats.org/drawingml/2006/main" spcFirstLastPara="1" wrap="square" lIns="118872" tIns="121875" rIns="121875" bIns="121875" anchor="ctr">
            <a:noAutofit/>
          </a:bodyPr>
          <a:lstStyle xmlns:a="http://schemas.openxmlformats.org/drawingml/2006/main"/>
          <a:p xmlns:a="http://schemas.openxmlformats.org/drawingml/2006/main">
            <a:pPr algn="ctr">
              <a:buNone/>
            </a:pPr>
            <a:r>
              <a:rPr sz="1100" b="1">
                <a:solidFill>
                  <a:schemeClr val="bg1"/>
                </a:solidFill>
                <a:latin typeface="Inter SemiBold"/>
                <a:ea typeface="Inter SemiBold"/>
                <a:cs typeface="Inter SemiBold"/>
              </a:rPr>
              <a:t>Explain one window</a:t>
            </a:r>
          </a:p>
        </p:txBody>
      </p:sp>
      <p:sp>
        <p:nvSpPr>
          <p:cNvPr id="6" name="Google Shape;969;p80">
            <a:extLst xmlns:a="http://schemas.openxmlformats.org/drawingml/2006/main">
              <a:ext uri="{FF2B5EF4-FFF2-40B4-BE49-F238E27FC236}">
                <a16:creationId xmlns:a16="http://schemas.microsoft.com/office/drawing/2014/main" id="{55193150-005D-DDAC-ACAE-A50653E1B6CE}"/>
              </a:ext>
            </a:extLst>
          </p:cNvPr>
          <p:cNvSpPr>
            <a:spLocks xmlns:a="http://schemas.openxmlformats.org/drawingml/2006/main" noGrp="1"/>
          </p:cNvSpPr>
          <p:nvPr/>
        </p:nvSpPr>
        <p:spPr>
          <a:xfrm xmlns:a="http://schemas.openxmlformats.org/drawingml/2006/main">
            <a:off x="5095208" y="1788509"/>
            <a:ext cx="2004060" cy="339947"/>
          </a:xfrm>
          <a:prstGeom xmlns:a="http://schemas.openxmlformats.org/drawingml/2006/main" prst="roundRect">
            <a:avLst>
              <a:gd name="adj" fmla="val 50000"/>
            </a:avLst>
          </a:prstGeom>
          <a:solidFill xmlns:a="http://schemas.openxmlformats.org/drawingml/2006/main">
            <a:srgbClr val="BCEF59"/>
          </a:solidFill>
          <a:ln xmlns:a="http://schemas.openxmlformats.org/drawingml/2006/main">
            <a:noFill/>
          </a:ln>
        </p:spPr>
        <p:txBody>
          <a:bodyPr xmlns:a="http://schemas.openxmlformats.org/drawingml/2006/main" spcFirstLastPara="1" wrap="square" lIns="118872" tIns="121875" rIns="121875" bIns="121875" anchor="ctr">
            <a:noAutofit/>
          </a:bodyPr>
          <a:lstStyle xmlns:a="http://schemas.openxmlformats.org/drawingml/2006/main"/>
          <a:p xmlns:a="http://schemas.openxmlformats.org/drawingml/2006/main">
            <a:pPr algn="ctr">
              <a:buNone/>
            </a:pPr>
            <a:r>
              <a:rPr sz="1100" b="1">
                <a:solidFill>
                  <a:schemeClr val="bg1"/>
                </a:solidFill>
                <a:latin typeface="Inter SemiBold"/>
                <a:ea typeface="Inter SemiBold"/>
                <a:cs typeface="Inter SemiBold"/>
              </a:rPr>
              <a:t>Baseline walkthrough</a:t>
            </a:r>
            <a:endParaRPr sz="1100" b="1">
              <a:solidFill>
                <a:schemeClr val="bg1"/>
              </a:solidFill>
              <a:latin typeface="Inter SemiBold"/>
              <a:ea typeface="Inter SemiBold"/>
              <a:cs typeface="Inter SemiBold"/>
            </a:endParaRPr>
          </a:p>
        </p:txBody>
      </p:sp>
      <p:sp>
        <p:nvSpPr>
          <p:cNvPr id="9" name="Google Shape;969;p80">
            <a:extLst xmlns:a="http://schemas.openxmlformats.org/drawingml/2006/main">
              <a:ext uri="{FF2B5EF4-FFF2-40B4-BE49-F238E27FC236}">
                <a16:creationId xmlns:a16="http://schemas.microsoft.com/office/drawing/2014/main" id="{E6450C44-6EBB-C6EE-22ED-5AD1B7978C9A}"/>
              </a:ext>
            </a:extLst>
          </p:cNvPr>
          <p:cNvSpPr>
            <a:spLocks xmlns:a="http://schemas.openxmlformats.org/drawingml/2006/main" noGrp="1"/>
          </p:cNvSpPr>
          <p:nvPr/>
        </p:nvSpPr>
        <p:spPr>
          <a:xfrm xmlns:a="http://schemas.openxmlformats.org/drawingml/2006/main">
            <a:off x="535972" y="4257485"/>
            <a:ext cx="2004060" cy="339947"/>
          </a:xfrm>
          <a:prstGeom xmlns:a="http://schemas.openxmlformats.org/drawingml/2006/main" prst="roundRect">
            <a:avLst>
              <a:gd name="adj" fmla="val 50000"/>
            </a:avLst>
          </a:prstGeom>
          <a:solidFill xmlns:a="http://schemas.openxmlformats.org/drawingml/2006/main">
            <a:srgbClr val="BCEF59"/>
          </a:solidFill>
          <a:ln xmlns:a="http://schemas.openxmlformats.org/drawingml/2006/main">
            <a:noFill/>
          </a:ln>
        </p:spPr>
        <p:txBody>
          <a:bodyPr xmlns:a="http://schemas.openxmlformats.org/drawingml/2006/main" spcFirstLastPara="1" wrap="square" lIns="118872" tIns="121875" rIns="121875" bIns="121875" anchor="ctr">
            <a:noAutofit/>
          </a:bodyPr>
          <a:lstStyle xmlns:a="http://schemas.openxmlformats.org/drawingml/2006/main"/>
          <a:p xmlns:a="http://schemas.openxmlformats.org/drawingml/2006/main">
            <a:pPr algn="ctr">
              <a:buNone/>
            </a:pPr>
            <a:r>
              <a:rPr sz="1100" b="1">
                <a:solidFill>
                  <a:schemeClr val="bg1"/>
                </a:solidFill>
                <a:latin typeface="Inter SemiBold"/>
                <a:ea typeface="Inter SemiBold"/>
                <a:cs typeface="Inter SemiBold"/>
              </a:rPr>
              <a:t>Pooling experiment</a:t>
            </a:r>
          </a:p>
        </p:txBody>
      </p:sp>
      <p:sp>
        <p:nvSpPr>
          <p:cNvPr id="10" name="Google Shape;969;p80">
            <a:extLst xmlns:a="http://schemas.openxmlformats.org/drawingml/2006/main">
              <a:ext uri="{FF2B5EF4-FFF2-40B4-BE49-F238E27FC236}">
                <a16:creationId xmlns:a16="http://schemas.microsoft.com/office/drawing/2014/main" id="{514ABA49-AA4D-75E4-06B4-7B2D65B6A93C}"/>
              </a:ext>
            </a:extLst>
          </p:cNvPr>
          <p:cNvSpPr>
            <a:spLocks xmlns:a="http://schemas.openxmlformats.org/drawingml/2006/main" noGrp="1"/>
          </p:cNvSpPr>
          <p:nvPr/>
        </p:nvSpPr>
        <p:spPr>
          <a:xfrm xmlns:a="http://schemas.openxmlformats.org/drawingml/2006/main">
            <a:off x="7368540" y="4257485"/>
            <a:ext cx="2004060" cy="339947"/>
          </a:xfrm>
          <a:prstGeom xmlns:a="http://schemas.openxmlformats.org/drawingml/2006/main" prst="roundRect">
            <a:avLst>
              <a:gd name="adj" fmla="val 50000"/>
            </a:avLst>
          </a:prstGeom>
          <a:solidFill xmlns:a="http://schemas.openxmlformats.org/drawingml/2006/main">
            <a:srgbClr val="BCEF59"/>
          </a:solidFill>
          <a:ln xmlns:a="http://schemas.openxmlformats.org/drawingml/2006/main">
            <a:noFill/>
          </a:ln>
        </p:spPr>
        <p:txBody>
          <a:bodyPr xmlns:a="http://schemas.openxmlformats.org/drawingml/2006/main" spcFirstLastPara="1" wrap="square" lIns="118872" tIns="121875" rIns="121875" bIns="121875" anchor="ctr">
            <a:noAutofit/>
          </a:bodyPr>
          <a:lstStyle xmlns:a="http://schemas.openxmlformats.org/drawingml/2006/main"/>
          <a:p xmlns:a="http://schemas.openxmlformats.org/drawingml/2006/main">
            <a:pPr algn="ctr">
              <a:buNone/>
            </a:pPr>
            <a:r>
              <a:rPr sz="1100" b="1">
                <a:solidFill>
                  <a:schemeClr val="bg1"/>
                </a:solidFill>
                <a:latin typeface="Inter SemiBold"/>
                <a:ea typeface="Inter SemiBold"/>
                <a:cs typeface="Inter SemiBold"/>
              </a:rPr>
              <a:t>Failure-case review</a:t>
            </a:r>
          </a:p>
        </p:txBody>
      </p:sp>
      <p:sp>
        <p:nvSpPr>
          <p:cNvPr id="14" name="Google Shape;969;p80">
            <a:extLst xmlns:a="http://schemas.openxmlformats.org/drawingml/2006/main">
              <a:ext uri="{FF2B5EF4-FFF2-40B4-BE49-F238E27FC236}">
                <a16:creationId xmlns:a16="http://schemas.microsoft.com/office/drawing/2014/main" id="{0A803CC6-DD7B-E7CD-2227-ACC292A5C399}"/>
              </a:ext>
            </a:extLst>
          </p:cNvPr>
          <p:cNvSpPr>
            <a:spLocks xmlns:a="http://schemas.openxmlformats.org/drawingml/2006/main" noGrp="1"/>
          </p:cNvSpPr>
          <p:nvPr/>
        </p:nvSpPr>
        <p:spPr>
          <a:xfrm xmlns:a="http://schemas.openxmlformats.org/drawingml/2006/main">
            <a:off x="2821972" y="5458778"/>
            <a:ext cx="2004060" cy="339947"/>
          </a:xfrm>
          <a:prstGeom xmlns:a="http://schemas.openxmlformats.org/drawingml/2006/main" prst="roundRect">
            <a:avLst>
              <a:gd name="adj" fmla="val 50000"/>
            </a:avLst>
          </a:prstGeom>
          <a:solidFill xmlns:a="http://schemas.openxmlformats.org/drawingml/2006/main">
            <a:srgbClr val="BCEF59"/>
          </a:solidFill>
          <a:ln xmlns:a="http://schemas.openxmlformats.org/drawingml/2006/main">
            <a:noFill/>
          </a:ln>
        </p:spPr>
        <p:txBody>
          <a:bodyPr xmlns:a="http://schemas.openxmlformats.org/drawingml/2006/main" spcFirstLastPara="1" wrap="square" lIns="118872" tIns="121875" rIns="121875" bIns="121875" anchor="ctr">
            <a:noAutofit/>
          </a:bodyPr>
          <a:lstStyle xmlns:a="http://schemas.openxmlformats.org/drawingml/2006/main"/>
          <a:p xmlns:a="http://schemas.openxmlformats.org/drawingml/2006/main">
            <a:pPr algn="ctr">
              <a:buNone/>
            </a:pPr>
            <a:r>
              <a:rPr sz="1100" b="1">
                <a:solidFill>
                  <a:schemeClr val="bg1"/>
                </a:solidFill>
                <a:latin typeface="Inter SemiBold"/>
                <a:ea typeface="Inter SemiBold"/>
                <a:cs typeface="Inter SemiBold"/>
              </a:rPr>
              <a:t>Supervisor demo</a:t>
            </a:r>
          </a:p>
        </p:txBody>
      </p:sp>
    </p:spTree>
    <p:extLst>
      <p:ext uri="{BB962C8B-B14F-4D97-AF65-F5344CB8AC3E}">
        <p14:creationId xmlns:p14="http://schemas.microsoft.com/office/powerpoint/2010/main" val="4291209019"/>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4" name="Title 3">
            <a:extLst xmlns:a="http://schemas.openxmlformats.org/drawingml/2006/main">
              <a:ext uri="{FF2B5EF4-FFF2-40B4-BE49-F238E27FC236}">
                <a16:creationId xmlns:a16="http://schemas.microsoft.com/office/drawing/2014/main" id="{1F94652D-58EE-6496-27FC-88868633C24A}"/>
              </a:ext>
            </a:extLst>
          </p:cNvPr>
          <p:cNvSpPr>
            <a:spLocks xmlns:a="http://schemas.openxmlformats.org/drawingml/2006/main" noGrp="1"/>
          </p:cNvSpPr>
          <p:nvPr>
            <p:ph type="ctrTitle" idx="0"/>
          </p:nvPr>
        </p:nvSpPr>
        <p:spPr>
          <a:xfrm xmlns:a="http://schemas.openxmlformats.org/drawingml/2006/main">
            <a:off x="1371600" y="2066163"/>
            <a:ext cx="9448800" cy="2203704"/>
          </a:xfrm>
        </p:spPr>
        <p:txBody>
          <a:bodyPr xmlns:a="http://schemas.openxmlformats.org/drawingml/2006/main">
            <a:noAutofit/>
          </a:bodyPr>
          <a:lstStyle xmlns:a="http://schemas.openxmlformats.org/drawingml/2006/main"/>
          <a:p xmlns:a="http://schemas.openxmlformats.org/drawingml/2006/main">
            <a:pPr algn="ctr">
              <a:buNone/>
            </a:pPr>
            <a:r>
              <a:rPr sz="7200">
                <a:solidFill>
                  <a:srgbClr val="BCEF59"/>
                </a:solidFill>
              </a:rPr>
              <a:t>Start small</a:t>
            </a:r>
            <a:br>
              <a:rPr sz="7200">
                <a:solidFill>
                  <a:srgbClr val="BCEF59"/>
                </a:solidFill>
              </a:rPr>
            </a:br>
            <a:r>
              <a:rPr sz="7200">
                <a:solidFill>
                  <a:srgbClr val="BCEF59"/>
                </a:solidFill>
              </a:rPr>
              <a:t>Explain the result</a:t>
            </a:r>
          </a:p>
        </p:txBody>
      </p:sp>
      <p:sp>
        <p:nvSpPr>
          <p:cNvPr id="6" name="Subtitle 4">
            <a:extLst xmlns:a="http://schemas.openxmlformats.org/drawingml/2006/main">
              <a:ext uri="{FF2B5EF4-FFF2-40B4-BE49-F238E27FC236}">
                <a16:creationId xmlns:a16="http://schemas.microsoft.com/office/drawing/2014/main" id="{7A15B0DD-3ED8-37CA-9675-F348EABF4C6C}"/>
              </a:ext>
            </a:extLst>
          </p:cNvPr>
          <p:cNvSpPr>
            <a:spLocks xmlns:a="http://schemas.openxmlformats.org/drawingml/2006/main" noGrp="1"/>
          </p:cNvSpPr>
          <p:nvPr/>
        </p:nvSpPr>
        <p:spPr>
          <a:xfrm xmlns:a="http://schemas.openxmlformats.org/drawingml/2006/main">
            <a:off x="2461641" y="4874705"/>
            <a:ext cx="7267289" cy="691229"/>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0" indent="0" algn="l" defTabSz="914400">
              <a:lnSpc>
                <a:spcPct val="90000"/>
              </a:lnSpc>
              <a:spcBef>
                <a:spcPts val="1000"/>
              </a:spcBef>
              <a:buFont typeface="Arial"/>
              <a:buNone/>
              <a:defRPr sz="2400" kern="1200">
                <a:solidFill>
                  <a:schemeClr val="tx1"/>
                </a:solidFill>
                <a:latin typeface="+mn-lt"/>
                <a:ea typeface="+mn-lt"/>
                <a:cs typeface="+mn-lt"/>
              </a:defRPr>
            </a:lvl1pPr>
            <a:lvl2pPr marL="457200" indent="0" algn="ctr" defTabSz="914400">
              <a:lnSpc>
                <a:spcPct val="90000"/>
              </a:lnSpc>
              <a:spcBef>
                <a:spcPts val="500"/>
              </a:spcBef>
              <a:buFont typeface="Arial"/>
              <a:buNone/>
              <a:defRPr sz="2000" kern="1200">
                <a:solidFill>
                  <a:schemeClr val="tx1"/>
                </a:solidFill>
                <a:latin typeface="+mn-lt"/>
                <a:ea typeface="+mn-lt"/>
                <a:cs typeface="+mn-lt"/>
              </a:defRPr>
            </a:lvl2pPr>
            <a:lvl3pPr marL="914400" indent="0" algn="ctr" defTabSz="914400">
              <a:lnSpc>
                <a:spcPct val="90000"/>
              </a:lnSpc>
              <a:spcBef>
                <a:spcPts val="500"/>
              </a:spcBef>
              <a:buFont typeface="Arial"/>
              <a:buNone/>
              <a:defRPr sz="1800" kern="1200">
                <a:solidFill>
                  <a:schemeClr val="tx1"/>
                </a:solidFill>
                <a:latin typeface="+mn-lt"/>
                <a:ea typeface="+mn-lt"/>
                <a:cs typeface="+mn-lt"/>
              </a:defRPr>
            </a:lvl3pPr>
            <a:lvl4pPr marL="1371600" indent="0" algn="ctr" defTabSz="914400">
              <a:lnSpc>
                <a:spcPct val="90000"/>
              </a:lnSpc>
              <a:spcBef>
                <a:spcPts val="500"/>
              </a:spcBef>
              <a:buFont typeface="Arial"/>
              <a:buNone/>
              <a:defRPr sz="1600" kern="1200">
                <a:solidFill>
                  <a:schemeClr val="tx1"/>
                </a:solidFill>
                <a:latin typeface="+mn-lt"/>
                <a:ea typeface="+mn-lt"/>
                <a:cs typeface="+mn-lt"/>
              </a:defRPr>
            </a:lvl4pPr>
            <a:lvl5pPr marL="1828800" indent="0" algn="ctr" defTabSz="914400">
              <a:lnSpc>
                <a:spcPct val="90000"/>
              </a:lnSpc>
              <a:spcBef>
                <a:spcPts val="500"/>
              </a:spcBef>
              <a:buFont typeface="Arial"/>
              <a:buNone/>
              <a:defRPr sz="1600" kern="1200">
                <a:solidFill>
                  <a:schemeClr val="tx1"/>
                </a:solidFill>
                <a:latin typeface="+mn-lt"/>
                <a:ea typeface="+mn-lt"/>
                <a:cs typeface="+mn-lt"/>
              </a:defRPr>
            </a:lvl5pPr>
            <a:lvl6pPr marL="2286000" indent="0" algn="ctr" defTabSz="914400">
              <a:lnSpc>
                <a:spcPct val="90000"/>
              </a:lnSpc>
              <a:spcBef>
                <a:spcPts val="500"/>
              </a:spcBef>
              <a:buFont typeface="Arial"/>
              <a:buNone/>
              <a:defRPr sz="1600" kern="1200">
                <a:solidFill>
                  <a:schemeClr val="tx1"/>
                </a:solidFill>
                <a:latin typeface="+mn-lt"/>
                <a:ea typeface="+mn-lt"/>
                <a:cs typeface="+mn-lt"/>
              </a:defRPr>
            </a:lvl6pPr>
            <a:lvl7pPr marL="2743200" indent="0" algn="ctr" defTabSz="914400">
              <a:lnSpc>
                <a:spcPct val="90000"/>
              </a:lnSpc>
              <a:spcBef>
                <a:spcPts val="500"/>
              </a:spcBef>
              <a:buFont typeface="Arial"/>
              <a:buNone/>
              <a:defRPr sz="1600" kern="1200">
                <a:solidFill>
                  <a:schemeClr val="tx1"/>
                </a:solidFill>
                <a:latin typeface="+mn-lt"/>
                <a:ea typeface="+mn-lt"/>
                <a:cs typeface="+mn-lt"/>
              </a:defRPr>
            </a:lvl7pPr>
            <a:lvl8pPr marL="3200400" indent="0" algn="ctr" defTabSz="914400">
              <a:lnSpc>
                <a:spcPct val="90000"/>
              </a:lnSpc>
              <a:spcBef>
                <a:spcPts val="500"/>
              </a:spcBef>
              <a:buFont typeface="Arial"/>
              <a:buNone/>
              <a:defRPr sz="1600" kern="1200">
                <a:solidFill>
                  <a:schemeClr val="tx1"/>
                </a:solidFill>
                <a:latin typeface="+mn-lt"/>
                <a:ea typeface="+mn-lt"/>
                <a:cs typeface="+mn-lt"/>
              </a:defRPr>
            </a:lvl8pPr>
            <a:lvl9pPr marL="3657600" indent="0" algn="ctr" defTabSz="914400">
              <a:lnSpc>
                <a:spcPct val="90000"/>
              </a:lnSpc>
              <a:spcBef>
                <a:spcPts val="500"/>
              </a:spcBef>
              <a:buFont typeface="Arial"/>
              <a:buNone/>
              <a:defRPr sz="1600" kern="1200">
                <a:solidFill>
                  <a:schemeClr val="tx1"/>
                </a:solidFill>
                <a:latin typeface="+mn-lt"/>
                <a:ea typeface="+mn-lt"/>
                <a:cs typeface="+mn-lt"/>
              </a:defRPr>
            </a:lvl9pPr>
          </a:lstStyle>
          <a:p xmlns:a="http://schemas.openxmlformats.org/drawingml/2006/main">
            <a:pPr algn="ctr">
              <a:buNone/>
            </a:pPr>
            <a:r>
              <a:rPr sz="2200">
                <a:latin typeface="Inter Medium"/>
                <a:ea typeface="Inter Medium"/>
                <a:cs typeface="Inter Medium"/>
              </a:rPr>
              <a:t>Next decision: dataset, supervisor and available time</a:t>
            </a:r>
          </a:p>
        </p:txBody>
      </p:sp>
      <p:sp>
        <p:nvSpPr>
          <p:cNvPr id="3" name="Rounded Rectangle 2">
            <a:extLst xmlns:a="http://schemas.openxmlformats.org/drawingml/2006/main">
              <a:ext uri="{FF2B5EF4-FFF2-40B4-BE49-F238E27FC236}">
                <a16:creationId xmlns:a16="http://schemas.microsoft.com/office/drawing/2014/main" id="{64FF5F30-1F7D-7291-7074-4D9972C874C3}"/>
              </a:ext>
            </a:extLst>
          </p:cNvPr>
          <p:cNvSpPr>
            <a:spLocks xmlns:a="http://schemas.openxmlformats.org/drawingml/2006/main" noGrp="1"/>
          </p:cNvSpPr>
          <p:nvPr/>
        </p:nvSpPr>
        <p:spPr>
          <a:xfrm xmlns:a="http://schemas.openxmlformats.org/drawingml/2006/main">
            <a:off x="4793266" y="1096042"/>
            <a:ext cx="2604040" cy="488823"/>
          </a:xfrm>
          <a:prstGeom xmlns:a="http://schemas.openxmlformats.org/drawingml/2006/main" prst="roundRect">
            <a:avLst>
              <a:gd name="adj" fmla="val 50000"/>
            </a:avLst>
          </a:prstGeom>
          <a:solidFill xmlns:a="http://schemas.openxmlformats.org/drawingml/2006/main">
            <a:schemeClr val="tx1">
              <a:alpha val="15000"/>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noAutofit/>
          </a:bodyPr>
          <a:lstStyle xmlns:a="http://schemas.openxmlformats.org/drawingml/2006/main"/>
          <a:p xmlns:a="http://schemas.openxmlformats.org/drawingml/2006/main">
            <a:pPr algn="ctr">
              <a:buNone/>
            </a:pPr>
            <a:r>
              <a:rPr sz="1600" b="1">
                <a:solidFill>
                  <a:schemeClr val="tx1"/>
                </a:solidFill>
                <a:latin typeface="Inter SemiBold"/>
                <a:ea typeface="Inter SemiBold"/>
                <a:cs typeface="Inter SemiBold"/>
              </a:rPr>
              <a:t>Honours project proposal</a:t>
            </a:r>
          </a:p>
        </p:txBody>
      </p:sp>
    </p:spTree>
    <p:extLst>
      <p:ext uri="{BB962C8B-B14F-4D97-AF65-F5344CB8AC3E}">
        <p14:creationId xmlns:p14="http://schemas.microsoft.com/office/powerpoint/2010/main" val="2385373601"/>
      </p:ext>
    </p:extLst>
  </p:cSld>
</p:sld>
</file>

<file path=ppt/theme/theme1.xml><?xml version="1.0" encoding="utf-8"?>
<a:theme xmlns:a="http://schemas.openxmlformats.org/drawingml/2006/main" name="Default Codex Theme">
  <a:themeElements>
    <a:clrScheme name="Codex Colors">
      <a:dk1>
        <a:srgbClr val="000000"/>
      </a:dk1>
      <a:lt1>
        <a:srgbClr val="FFFFFF"/>
      </a:lt1>
      <a:dk2>
        <a:srgbClr val="00264F"/>
      </a:dk2>
      <a:lt2>
        <a:srgbClr val="D0EDFA"/>
      </a:lt2>
      <a:accent1>
        <a:srgbClr val="6DCBF4"/>
      </a:accent1>
      <a:accent2>
        <a:srgbClr val="3D8DFF"/>
      </a:accent2>
      <a:accent3>
        <a:srgbClr val="47E2C2"/>
      </a:accent3>
      <a:accent4>
        <a:srgbClr val="85DF7B"/>
      </a:accent4>
      <a:accent5>
        <a:srgbClr val="F7CB59"/>
      </a:accent5>
      <a:accent6>
        <a:srgbClr val="F67576"/>
      </a:accent6>
      <a:hlink>
        <a:srgbClr val="000000"/>
      </a:hlink>
      <a:folHlink>
        <a:srgbClr val="0097A7"/>
      </a:folHlink>
    </a:clrScheme>
    <a:fontScheme name="Inter">
      <a:majorFont>
        <a:latin typeface="Inter"/>
        <a:ea typeface=""/>
        <a:cs typeface=""/>
      </a:majorFont>
      <a:minorFont>
        <a:latin typeface="Inter"/>
        <a:ea typeface=""/>
        <a:cs typeface=""/>
      </a:minorFont>
    </a:fontScheme>
    <a:fmtScheme name="Codex Colors">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2026-10-25T14:24:42.9950000Z</dcterms:created>
  <dcterms:modified xsi:type="dcterms:W3CDTF">2026-10-25T14:24:42.9950000Z</dcterms:modified>
</coreProperties>
</file>